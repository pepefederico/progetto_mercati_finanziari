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3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412" r:id="rId4"/>
    <p:sldId id="413" r:id="rId5"/>
    <p:sldId id="414" r:id="rId6"/>
    <p:sldId id="410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439" r:id="rId31"/>
    <p:sldId id="411" r:id="rId32"/>
    <p:sldId id="440" r:id="rId33"/>
    <p:sldId id="37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44"/>
    <a:srgbClr val="A2BE98"/>
    <a:srgbClr val="BAED01"/>
    <a:srgbClr val="7DA56F"/>
    <a:srgbClr val="D1DFCC"/>
    <a:srgbClr val="89AC7C"/>
    <a:srgbClr val="CADAC4"/>
    <a:srgbClr val="CC0000"/>
    <a:srgbClr val="EA0000"/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56BE51-7890-08F0-0A05-7E08F23BE0B4}" v="6" dt="2026-07-22T13:07:17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Pepe" userId="ebd157c5270be293" providerId="LiveId" clId="{CF3693D5-FEB2-42A7-BFDD-3AB6135DD855}"/>
    <pc:docChg chg="undo redo custSel addSld delSld modSld sldOrd modMainMaster">
      <pc:chgData name="Federico Pepe" userId="ebd157c5270be293" providerId="LiveId" clId="{CF3693D5-FEB2-42A7-BFDD-3AB6135DD855}" dt="2026-07-03T07:50:51.308" v="26176" actId="14100"/>
      <pc:docMkLst>
        <pc:docMk/>
      </pc:docMkLst>
      <pc:sldChg chg="delSp modSp mod setBg">
        <pc:chgData name="Federico Pepe" userId="ebd157c5270be293" providerId="LiveId" clId="{CF3693D5-FEB2-42A7-BFDD-3AB6135DD855}" dt="2026-07-01T15:26:56.116" v="25747" actId="113"/>
        <pc:sldMkLst>
          <pc:docMk/>
          <pc:sldMk cId="3417209168" sldId="256"/>
        </pc:sldMkLst>
        <pc:spChg chg="mod">
          <ac:chgData name="Federico Pepe" userId="ebd157c5270be293" providerId="LiveId" clId="{CF3693D5-FEB2-42A7-BFDD-3AB6135DD855}" dt="2026-07-01T15:26:56.116" v="25747" actId="113"/>
          <ac:spMkLst>
            <pc:docMk/>
            <pc:sldMk cId="3417209168" sldId="256"/>
            <ac:spMk id="2" creationId="{E263CC4C-5C87-4CB4-2449-D7501C290F2F}"/>
          </ac:spMkLst>
        </pc:spChg>
        <pc:spChg chg="mod">
          <ac:chgData name="Federico Pepe" userId="ebd157c5270be293" providerId="LiveId" clId="{CF3693D5-FEB2-42A7-BFDD-3AB6135DD855}" dt="2026-07-01T15:17:58.144" v="25695" actId="207"/>
          <ac:spMkLst>
            <pc:docMk/>
            <pc:sldMk cId="3417209168" sldId="256"/>
            <ac:spMk id="3" creationId="{B9D0B83F-8A06-C676-174E-0D0D27ED4ABA}"/>
          </ac:spMkLst>
        </pc:spChg>
        <pc:picChg chg="mod">
          <ac:chgData name="Federico Pepe" userId="ebd157c5270be293" providerId="LiveId" clId="{CF3693D5-FEB2-42A7-BFDD-3AB6135DD855}" dt="2026-07-01T14:03:24.225" v="23619" actId="1076"/>
          <ac:picMkLst>
            <pc:docMk/>
            <pc:sldMk cId="3417209168" sldId="256"/>
            <ac:picMk id="5" creationId="{3249C023-747F-D806-0903-40925BDC67F3}"/>
          </ac:picMkLst>
        </pc:picChg>
      </pc:sldChg>
      <pc:sldChg chg="addSp delSp modSp mod setBg delDesignElem">
        <pc:chgData name="Federico Pepe" userId="ebd157c5270be293" providerId="LiveId" clId="{CF3693D5-FEB2-42A7-BFDD-3AB6135DD855}" dt="2026-07-01T15:20:17.791" v="25705" actId="207"/>
        <pc:sldMkLst>
          <pc:docMk/>
          <pc:sldMk cId="649148547" sldId="257"/>
        </pc:sldMkLst>
        <pc:spChg chg="mod">
          <ac:chgData name="Federico Pepe" userId="ebd157c5270be293" providerId="LiveId" clId="{CF3693D5-FEB2-42A7-BFDD-3AB6135DD855}" dt="2026-06-06T08:35:30.592" v="18439" actId="1076"/>
          <ac:spMkLst>
            <pc:docMk/>
            <pc:sldMk cId="649148547" sldId="257"/>
            <ac:spMk id="2" creationId="{738726F3-F095-2D97-5333-4F95E2632714}"/>
          </ac:spMkLst>
        </pc:spChg>
        <pc:spChg chg="add mod">
          <ac:chgData name="Federico Pepe" userId="ebd157c5270be293" providerId="LiveId" clId="{CF3693D5-FEB2-42A7-BFDD-3AB6135DD855}" dt="2026-07-01T15:20:07.563" v="25703" actId="207"/>
          <ac:spMkLst>
            <pc:docMk/>
            <pc:sldMk cId="649148547" sldId="257"/>
            <ac:spMk id="5" creationId="{224531F6-BA0B-9059-55D0-52438550FD68}"/>
          </ac:spMkLst>
        </pc:spChg>
        <pc:spChg chg="add mod">
          <ac:chgData name="Federico Pepe" userId="ebd157c5270be293" providerId="LiveId" clId="{CF3693D5-FEB2-42A7-BFDD-3AB6135DD855}" dt="2026-06-06T08:33:08.552" v="18423" actId="165"/>
          <ac:spMkLst>
            <pc:docMk/>
            <pc:sldMk cId="649148547" sldId="257"/>
            <ac:spMk id="10" creationId="{3C07A7A0-59BA-4056-3550-D0668BDB4910}"/>
          </ac:spMkLst>
        </pc:spChg>
        <pc:spChg chg="mod topLvl">
          <ac:chgData name="Federico Pepe" userId="ebd157c5270be293" providerId="LiveId" clId="{CF3693D5-FEB2-42A7-BFDD-3AB6135DD855}" dt="2026-06-06T08:35:13.949" v="18433" actId="207"/>
          <ac:spMkLst>
            <pc:docMk/>
            <pc:sldMk cId="649148547" sldId="257"/>
            <ac:spMk id="17" creationId="{E04AA43C-EF58-93F4-FA11-4C102EBF1BA2}"/>
          </ac:spMkLst>
        </pc:spChg>
        <pc:spChg chg="mod topLvl">
          <ac:chgData name="Federico Pepe" userId="ebd157c5270be293" providerId="LiveId" clId="{CF3693D5-FEB2-42A7-BFDD-3AB6135DD855}" dt="2026-07-01T15:20:14.941" v="25704" actId="207"/>
          <ac:spMkLst>
            <pc:docMk/>
            <pc:sldMk cId="649148547" sldId="257"/>
            <ac:spMk id="18" creationId="{E455C41B-C8A4-07A3-2C8C-1A7280EA0BFB}"/>
          </ac:spMkLst>
        </pc:spChg>
        <pc:spChg chg="mod topLvl">
          <ac:chgData name="Federico Pepe" userId="ebd157c5270be293" providerId="LiveId" clId="{CF3693D5-FEB2-42A7-BFDD-3AB6135DD855}" dt="2026-06-06T08:35:21.968" v="18435" actId="207"/>
          <ac:spMkLst>
            <pc:docMk/>
            <pc:sldMk cId="649148547" sldId="257"/>
            <ac:spMk id="22" creationId="{21DBA2C8-C548-DA67-E085-727B31D1455D}"/>
          </ac:spMkLst>
        </pc:spChg>
        <pc:spChg chg="mod topLvl">
          <ac:chgData name="Federico Pepe" userId="ebd157c5270be293" providerId="LiveId" clId="{CF3693D5-FEB2-42A7-BFDD-3AB6135DD855}" dt="2026-07-01T15:20:17.791" v="25705" actId="207"/>
          <ac:spMkLst>
            <pc:docMk/>
            <pc:sldMk cId="649148547" sldId="257"/>
            <ac:spMk id="23" creationId="{D219B483-17C2-BCD0-E0C3-FEC7CB9A43A9}"/>
          </ac:spMkLst>
        </pc:spChg>
        <pc:grpChg chg="add mod">
          <ac:chgData name="Federico Pepe" userId="ebd157c5270be293" providerId="LiveId" clId="{CF3693D5-FEB2-42A7-BFDD-3AB6135DD855}" dt="2026-06-06T08:30:24.112" v="18365" actId="164"/>
          <ac:grpSpMkLst>
            <pc:docMk/>
            <pc:sldMk cId="649148547" sldId="257"/>
            <ac:grpSpMk id="9" creationId="{1EFCB4F3-EE06-A454-BD6D-C9EC3513ECDF}"/>
          </ac:grpSpMkLst>
        </pc:grpChg>
        <pc:grpChg chg="add mod">
          <ac:chgData name="Federico Pepe" userId="ebd157c5270be293" providerId="LiveId" clId="{CF3693D5-FEB2-42A7-BFDD-3AB6135DD855}" dt="2026-06-06T08:35:36.103" v="18440" actId="164"/>
          <ac:grpSpMkLst>
            <pc:docMk/>
            <pc:sldMk cId="649148547" sldId="257"/>
            <ac:grpSpMk id="11" creationId="{B0E1B884-41C2-E5F9-1B7E-E19F3F8E4F2D}"/>
          </ac:grpSpMkLst>
        </pc:grpChg>
        <pc:grpChg chg="add mod">
          <ac:chgData name="Federico Pepe" userId="ebd157c5270be293" providerId="LiveId" clId="{CF3693D5-FEB2-42A7-BFDD-3AB6135DD855}" dt="2026-06-06T08:33:08.552" v="18423" actId="165"/>
          <ac:grpSpMkLst>
            <pc:docMk/>
            <pc:sldMk cId="649148547" sldId="257"/>
            <ac:grpSpMk id="27" creationId="{E48111E8-22BE-D024-6923-4F90F61175E7}"/>
          </ac:grpSpMkLst>
        </pc:grpChg>
        <pc:grpChg chg="add mod">
          <ac:chgData name="Federico Pepe" userId="ebd157c5270be293" providerId="LiveId" clId="{CF3693D5-FEB2-42A7-BFDD-3AB6135DD855}" dt="2026-06-06T08:32:31.794" v="18417" actId="164"/>
          <ac:grpSpMkLst>
            <pc:docMk/>
            <pc:sldMk cId="649148547" sldId="257"/>
            <ac:grpSpMk id="30" creationId="{E1765FBE-99D4-2228-2D7C-F49DB00C3420}"/>
          </ac:grpSpMkLst>
        </pc:grpChg>
        <pc:grpChg chg="add mod">
          <ac:chgData name="Federico Pepe" userId="ebd157c5270be293" providerId="LiveId" clId="{CF3693D5-FEB2-42A7-BFDD-3AB6135DD855}" dt="2026-06-06T08:35:36.103" v="18440" actId="164"/>
          <ac:grpSpMkLst>
            <pc:docMk/>
            <pc:sldMk cId="649148547" sldId="257"/>
            <ac:grpSpMk id="31" creationId="{C511465C-C59E-0AE2-D24A-65BA3CAA6BDC}"/>
          </ac:grpSpMkLst>
        </pc:grpChg>
        <pc:grpChg chg="add mod">
          <ac:chgData name="Federico Pepe" userId="ebd157c5270be293" providerId="LiveId" clId="{CF3693D5-FEB2-42A7-BFDD-3AB6135DD855}" dt="2026-06-06T08:35:36.103" v="18440" actId="164"/>
          <ac:grpSpMkLst>
            <pc:docMk/>
            <pc:sldMk cId="649148547" sldId="257"/>
            <ac:grpSpMk id="32" creationId="{BD1A4AE4-BDBD-C9BA-3D28-C9BA2A880E71}"/>
          </ac:grpSpMkLst>
        </pc:grpChg>
        <pc:grpChg chg="add mod">
          <ac:chgData name="Federico Pepe" userId="ebd157c5270be293" providerId="LiveId" clId="{CF3693D5-FEB2-42A7-BFDD-3AB6135DD855}" dt="2026-06-06T08:35:40.181" v="18441" actId="1076"/>
          <ac:grpSpMkLst>
            <pc:docMk/>
            <pc:sldMk cId="649148547" sldId="257"/>
            <ac:grpSpMk id="34" creationId="{F065DC44-2D95-0374-F480-76CB1F95BCFF}"/>
          </ac:grpSpMkLst>
        </pc:grpChg>
        <pc:picChg chg="add mod">
          <ac:chgData name="Federico Pepe" userId="ebd157c5270be293" providerId="LiveId" clId="{CF3693D5-FEB2-42A7-BFDD-3AB6135DD855}" dt="2026-06-06T08:33:08.552" v="18423" actId="165"/>
          <ac:picMkLst>
            <pc:docMk/>
            <pc:sldMk cId="649148547" sldId="257"/>
            <ac:picMk id="7" creationId="{97475869-ADF4-B8D4-8D59-7ACA419EE5EE}"/>
          </ac:picMkLst>
        </pc:picChg>
        <pc:picChg chg="add mod">
          <ac:chgData name="Federico Pepe" userId="ebd157c5270be293" providerId="LiveId" clId="{CF3693D5-FEB2-42A7-BFDD-3AB6135DD855}" dt="2026-06-06T08:33:08.552" v="18423" actId="165"/>
          <ac:picMkLst>
            <pc:docMk/>
            <pc:sldMk cId="649148547" sldId="257"/>
            <ac:picMk id="26" creationId="{9ED4C414-86C6-3722-64D3-F9F401F0AB7D}"/>
          </ac:picMkLst>
        </pc:picChg>
        <pc:picChg chg="add mod">
          <ac:chgData name="Federico Pepe" userId="ebd157c5270be293" providerId="LiveId" clId="{CF3693D5-FEB2-42A7-BFDD-3AB6135DD855}" dt="2026-06-06T08:33:08.552" v="18423" actId="165"/>
          <ac:picMkLst>
            <pc:docMk/>
            <pc:sldMk cId="649148547" sldId="257"/>
            <ac:picMk id="29" creationId="{E562FFE5-4F85-6F43-E6F1-E1F407C3FEC9}"/>
          </ac:picMkLst>
        </pc:picChg>
        <pc:picChg chg="add mod">
          <ac:chgData name="Federico Pepe" userId="ebd157c5270be293" providerId="LiveId" clId="{CF3693D5-FEB2-42A7-BFDD-3AB6135DD855}" dt="2026-06-06T10:06:31.460" v="20605" actId="1076"/>
          <ac:picMkLst>
            <pc:docMk/>
            <pc:sldMk cId="649148547" sldId="257"/>
            <ac:picMk id="39" creationId="{BA1B4B35-AA31-91F0-C9F2-E7533D600123}"/>
          </ac:picMkLst>
        </pc:picChg>
        <pc:picChg chg="add mod">
          <ac:chgData name="Federico Pepe" userId="ebd157c5270be293" providerId="LiveId" clId="{CF3693D5-FEB2-42A7-BFDD-3AB6135DD855}" dt="2026-06-06T10:06:43.589" v="20608" actId="1076"/>
          <ac:picMkLst>
            <pc:docMk/>
            <pc:sldMk cId="649148547" sldId="257"/>
            <ac:picMk id="40" creationId="{79154BAC-2314-486E-F32B-0D10FCECC958}"/>
          </ac:picMkLst>
        </pc:picChg>
      </pc:sldChg>
      <pc:sldChg chg="addSp delSp modSp mod setBg">
        <pc:chgData name="Federico Pepe" userId="ebd157c5270be293" providerId="LiveId" clId="{CF3693D5-FEB2-42A7-BFDD-3AB6135DD855}" dt="2026-07-01T14:24:33.577" v="25862" actId="1076"/>
        <pc:sldMkLst>
          <pc:docMk/>
          <pc:sldMk cId="484105192" sldId="258"/>
        </pc:sldMkLst>
        <pc:spChg chg="mod">
          <ac:chgData name="Federico Pepe" userId="ebd157c5270be293" providerId="LiveId" clId="{CF3693D5-FEB2-42A7-BFDD-3AB6135DD855}" dt="2026-07-01T15:15:23.086" v="25689" actId="27636"/>
          <ac:spMkLst>
            <pc:docMk/>
            <pc:sldMk cId="484105192" sldId="258"/>
            <ac:spMk id="2" creationId="{3FBB15B8-B83D-04E3-1727-B6FCE587728F}"/>
          </ac:spMkLst>
        </pc:spChg>
        <pc:spChg chg="mod">
          <ac:chgData name="Federico Pepe" userId="ebd157c5270be293" providerId="LiveId" clId="{CF3693D5-FEB2-42A7-BFDD-3AB6135DD855}" dt="2026-07-01T14:04:52.192" v="23628" actId="207"/>
          <ac:spMkLst>
            <pc:docMk/>
            <pc:sldMk cId="484105192" sldId="258"/>
            <ac:spMk id="6" creationId="{195DABAC-4B6A-4B44-8146-43239D54B162}"/>
          </ac:spMkLst>
        </pc:spChg>
        <pc:picChg chg="add mod">
          <ac:chgData name="Federico Pepe" userId="ebd157c5270be293" providerId="LiveId" clId="{CF3693D5-FEB2-42A7-BFDD-3AB6135DD855}" dt="2026-07-01T14:24:33.577" v="25862" actId="1076"/>
          <ac:picMkLst>
            <pc:docMk/>
            <pc:sldMk cId="484105192" sldId="258"/>
            <ac:picMk id="12" creationId="{FBCB7947-D6B7-0505-8B85-784AE774CB75}"/>
          </ac:picMkLst>
        </pc:picChg>
      </pc:sldChg>
      <pc:sldChg chg="addSp delSp modSp add mod setBg delDesignElem">
        <pc:chgData name="Federico Pepe" userId="ebd157c5270be293" providerId="LiveId" clId="{CF3693D5-FEB2-42A7-BFDD-3AB6135DD855}" dt="2026-07-01T15:20:43.709" v="25708" actId="207"/>
        <pc:sldMkLst>
          <pc:docMk/>
          <pc:sldMk cId="646722010" sldId="361"/>
        </pc:sldMkLst>
        <pc:spChg chg="mod">
          <ac:chgData name="Federico Pepe" userId="ebd157c5270be293" providerId="LiveId" clId="{CF3693D5-FEB2-42A7-BFDD-3AB6135DD855}" dt="2026-07-01T15:20:35.411" v="25706" actId="207"/>
          <ac:spMkLst>
            <pc:docMk/>
            <pc:sldMk cId="646722010" sldId="361"/>
            <ac:spMk id="5" creationId="{0FE4F3D1-B571-AFD7-90B6-2BF43954C3D3}"/>
          </ac:spMkLst>
        </pc:spChg>
        <pc:spChg chg="mod">
          <ac:chgData name="Federico Pepe" userId="ebd157c5270be293" providerId="LiveId" clId="{CF3693D5-FEB2-42A7-BFDD-3AB6135DD855}" dt="2026-06-06T09:36:51.798" v="20441" actId="207"/>
          <ac:spMkLst>
            <pc:docMk/>
            <pc:sldMk cId="646722010" sldId="361"/>
            <ac:spMk id="10" creationId="{C266E19F-25A7-2DDF-ED72-B03DBBB93ACC}"/>
          </ac:spMkLst>
        </pc:spChg>
        <pc:spChg chg="mod">
          <ac:chgData name="Federico Pepe" userId="ebd157c5270be293" providerId="LiveId" clId="{CF3693D5-FEB2-42A7-BFDD-3AB6135DD855}" dt="2026-06-06T09:37:04.189" v="20443" actId="207"/>
          <ac:spMkLst>
            <pc:docMk/>
            <pc:sldMk cId="646722010" sldId="361"/>
            <ac:spMk id="17" creationId="{03D7D871-730E-D083-18DB-8FDB94D67176}"/>
          </ac:spMkLst>
        </pc:spChg>
        <pc:spChg chg="mod">
          <ac:chgData name="Federico Pepe" userId="ebd157c5270be293" providerId="LiveId" clId="{CF3693D5-FEB2-42A7-BFDD-3AB6135DD855}" dt="2026-07-01T15:20:43.709" v="25708" actId="207"/>
          <ac:spMkLst>
            <pc:docMk/>
            <pc:sldMk cId="646722010" sldId="361"/>
            <ac:spMk id="18" creationId="{1EB0935F-D864-60C5-26FE-FAC722472BCE}"/>
          </ac:spMkLst>
        </pc:spChg>
        <pc:spChg chg="mod">
          <ac:chgData name="Federico Pepe" userId="ebd157c5270be293" providerId="LiveId" clId="{CF3693D5-FEB2-42A7-BFDD-3AB6135DD855}" dt="2026-07-01T15:20:38.373" v="25707" actId="207"/>
          <ac:spMkLst>
            <pc:docMk/>
            <pc:sldMk cId="646722010" sldId="361"/>
            <ac:spMk id="23" creationId="{DBDD85FA-AE0A-692C-36F6-D25B183168F4}"/>
          </ac:spMkLst>
        </pc:spChg>
        <pc:picChg chg="add mod">
          <ac:chgData name="Federico Pepe" userId="ebd157c5270be293" providerId="LiveId" clId="{CF3693D5-FEB2-42A7-BFDD-3AB6135DD855}" dt="2026-06-06T09:38:08.023" v="20453" actId="1076"/>
          <ac:picMkLst>
            <pc:docMk/>
            <pc:sldMk cId="646722010" sldId="361"/>
            <ac:picMk id="4" creationId="{634261DF-8CB6-D248-C07E-8C98032E9A25}"/>
          </ac:picMkLst>
        </pc:picChg>
        <pc:picChg chg="add mod">
          <ac:chgData name="Federico Pepe" userId="ebd157c5270be293" providerId="LiveId" clId="{CF3693D5-FEB2-42A7-BFDD-3AB6135DD855}" dt="2026-06-06T10:07:08.851" v="20610" actId="1076"/>
          <ac:picMkLst>
            <pc:docMk/>
            <pc:sldMk cId="646722010" sldId="361"/>
            <ac:picMk id="6" creationId="{9E5B8B30-BF44-37DC-AD67-C4FCFEB8950E}"/>
          </ac:picMkLst>
        </pc:picChg>
      </pc:sldChg>
      <pc:sldChg chg="addSp delSp modSp add mod setBg delDesignElem">
        <pc:chgData name="Federico Pepe" userId="ebd157c5270be293" providerId="LiveId" clId="{CF3693D5-FEB2-42A7-BFDD-3AB6135DD855}" dt="2026-07-01T15:21:21.478" v="25712" actId="207"/>
        <pc:sldMkLst>
          <pc:docMk/>
          <pc:sldMk cId="61361221" sldId="362"/>
        </pc:sldMkLst>
        <pc:spChg chg="mod">
          <ac:chgData name="Federico Pepe" userId="ebd157c5270be293" providerId="LiveId" clId="{CF3693D5-FEB2-42A7-BFDD-3AB6135DD855}" dt="2026-07-01T15:21:09.413" v="25709" actId="207"/>
          <ac:spMkLst>
            <pc:docMk/>
            <pc:sldMk cId="61361221" sldId="362"/>
            <ac:spMk id="5" creationId="{8BBF2C99-2730-74BB-31F2-14953B201A67}"/>
          </ac:spMkLst>
        </pc:spChg>
        <pc:spChg chg="mod">
          <ac:chgData name="Federico Pepe" userId="ebd157c5270be293" providerId="LiveId" clId="{CF3693D5-FEB2-42A7-BFDD-3AB6135DD855}" dt="2026-06-06T09:38:51.108" v="20456" actId="207"/>
          <ac:spMkLst>
            <pc:docMk/>
            <pc:sldMk cId="61361221" sldId="362"/>
            <ac:spMk id="17" creationId="{FAE754D8-F63F-17F4-7E54-AEC9EF1CF45F}"/>
          </ac:spMkLst>
        </pc:spChg>
        <pc:spChg chg="mod">
          <ac:chgData name="Federico Pepe" userId="ebd157c5270be293" providerId="LiveId" clId="{CF3693D5-FEB2-42A7-BFDD-3AB6135DD855}" dt="2026-07-01T15:21:11.810" v="25710" actId="207"/>
          <ac:spMkLst>
            <pc:docMk/>
            <pc:sldMk cId="61361221" sldId="362"/>
            <ac:spMk id="18" creationId="{2E68E98C-25BA-4C4F-FE31-FD1F0B11A9CF}"/>
          </ac:spMkLst>
        </pc:spChg>
        <pc:spChg chg="mod">
          <ac:chgData name="Federico Pepe" userId="ebd157c5270be293" providerId="LiveId" clId="{CF3693D5-FEB2-42A7-BFDD-3AB6135DD855}" dt="2026-06-06T09:39:22.397" v="20461" actId="207"/>
          <ac:spMkLst>
            <pc:docMk/>
            <pc:sldMk cId="61361221" sldId="362"/>
            <ac:spMk id="22" creationId="{1E3294E2-D556-009C-392E-17C06776E9A2}"/>
          </ac:spMkLst>
        </pc:spChg>
        <pc:spChg chg="mod">
          <ac:chgData name="Federico Pepe" userId="ebd157c5270be293" providerId="LiveId" clId="{CF3693D5-FEB2-42A7-BFDD-3AB6135DD855}" dt="2026-07-01T15:21:21.478" v="25712" actId="207"/>
          <ac:spMkLst>
            <pc:docMk/>
            <pc:sldMk cId="61361221" sldId="362"/>
            <ac:spMk id="23" creationId="{A751EFCF-5D1B-6176-CA79-316017023C49}"/>
          </ac:spMkLst>
        </pc:spChg>
        <pc:picChg chg="add mod">
          <ac:chgData name="Federico Pepe" userId="ebd157c5270be293" providerId="LiveId" clId="{CF3693D5-FEB2-42A7-BFDD-3AB6135DD855}" dt="2026-06-06T09:39:10.543" v="20459" actId="1076"/>
          <ac:picMkLst>
            <pc:docMk/>
            <pc:sldMk cId="61361221" sldId="362"/>
            <ac:picMk id="3" creationId="{8F52CCA1-AE86-0096-2B4C-C4D77426EAFE}"/>
          </ac:picMkLst>
        </pc:picChg>
      </pc:sldChg>
      <pc:sldChg chg="modSp add mod">
        <pc:chgData name="Federico Pepe" userId="ebd157c5270be293" providerId="LiveId" clId="{CF3693D5-FEB2-42A7-BFDD-3AB6135DD855}" dt="2026-07-02T10:11:05.477" v="26067" actId="20577"/>
        <pc:sldMkLst>
          <pc:docMk/>
          <pc:sldMk cId="4073888007" sldId="375"/>
        </pc:sldMkLst>
        <pc:spChg chg="mod">
          <ac:chgData name="Federico Pepe" userId="ebd157c5270be293" providerId="LiveId" clId="{CF3693D5-FEB2-42A7-BFDD-3AB6135DD855}" dt="2026-06-06T10:38:44.198" v="21551" actId="20577"/>
          <ac:spMkLst>
            <pc:docMk/>
            <pc:sldMk cId="4073888007" sldId="375"/>
            <ac:spMk id="2" creationId="{8FB67B83-76CD-8AC2-1132-212D27690D12}"/>
          </ac:spMkLst>
        </pc:spChg>
        <pc:spChg chg="mod">
          <ac:chgData name="Federico Pepe" userId="ebd157c5270be293" providerId="LiveId" clId="{CF3693D5-FEB2-42A7-BFDD-3AB6135DD855}" dt="2026-07-02T10:11:05.477" v="26067" actId="20577"/>
          <ac:spMkLst>
            <pc:docMk/>
            <pc:sldMk cId="4073888007" sldId="375"/>
            <ac:spMk id="3" creationId="{BA47EF56-498B-6C63-B6AC-57415BE3B5E8}"/>
          </ac:spMkLst>
        </pc:spChg>
      </pc:sldChg>
      <pc:sldChg chg="addSp delSp modSp add mod">
        <pc:chgData name="Federico Pepe" userId="ebd157c5270be293" providerId="LiveId" clId="{CF3693D5-FEB2-42A7-BFDD-3AB6135DD855}" dt="2026-07-01T15:33:12.854" v="25832" actId="1076"/>
        <pc:sldMkLst>
          <pc:docMk/>
          <pc:sldMk cId="2368488114" sldId="379"/>
        </pc:sldMkLst>
        <pc:spChg chg="mod">
          <ac:chgData name="Federico Pepe" userId="ebd157c5270be293" providerId="LiveId" clId="{CF3693D5-FEB2-42A7-BFDD-3AB6135DD855}" dt="2026-07-01T15:33:05.641" v="25830" actId="1076"/>
          <ac:spMkLst>
            <pc:docMk/>
            <pc:sldMk cId="2368488114" sldId="379"/>
            <ac:spMk id="2" creationId="{B676552F-0078-8B2B-B31F-6BF798187BD4}"/>
          </ac:spMkLst>
        </pc:spChg>
        <pc:spChg chg="mod">
          <ac:chgData name="Federico Pepe" userId="ebd157c5270be293" providerId="LiveId" clId="{CF3693D5-FEB2-42A7-BFDD-3AB6135DD855}" dt="2026-07-01T15:33:09.734" v="25831" actId="1076"/>
          <ac:spMkLst>
            <pc:docMk/>
            <pc:sldMk cId="2368488114" sldId="379"/>
            <ac:spMk id="8" creationId="{96A14DFA-BD9C-FA20-11EB-5B8409326C02}"/>
          </ac:spMkLst>
        </pc:spChg>
        <pc:picChg chg="add del mod topLvl">
          <ac:chgData name="Federico Pepe" userId="ebd157c5270be293" providerId="LiveId" clId="{CF3693D5-FEB2-42A7-BFDD-3AB6135DD855}" dt="2026-07-01T15:33:12.854" v="25832" actId="1076"/>
          <ac:picMkLst>
            <pc:docMk/>
            <pc:sldMk cId="2368488114" sldId="379"/>
            <ac:picMk id="6" creationId="{63BF2583-AC6D-3F21-300C-6949567EAA0B}"/>
          </ac:picMkLst>
        </pc:picChg>
      </pc:sldChg>
      <pc:sldChg chg="modSp add mod">
        <pc:chgData name="Federico Pepe" userId="ebd157c5270be293" providerId="LiveId" clId="{CF3693D5-FEB2-42A7-BFDD-3AB6135DD855}" dt="2026-06-07T09:03:01.546" v="23093" actId="122"/>
        <pc:sldMkLst>
          <pc:docMk/>
          <pc:sldMk cId="3778525091" sldId="386"/>
        </pc:sldMkLst>
      </pc:sldChg>
      <pc:sldChg chg="modSp add mod">
        <pc:chgData name="Federico Pepe" userId="ebd157c5270be293" providerId="LiveId" clId="{CF3693D5-FEB2-42A7-BFDD-3AB6135DD855}" dt="2026-06-07T09:07:41.953" v="23154" actId="20577"/>
        <pc:sldMkLst>
          <pc:docMk/>
          <pc:sldMk cId="3946345172" sldId="387"/>
        </pc:sldMkLst>
        <pc:spChg chg="mod">
          <ac:chgData name="Federico Pepe" userId="ebd157c5270be293" providerId="LiveId" clId="{CF3693D5-FEB2-42A7-BFDD-3AB6135DD855}" dt="2026-06-07T09:03:41.643" v="23097" actId="20577"/>
          <ac:spMkLst>
            <pc:docMk/>
            <pc:sldMk cId="3946345172" sldId="387"/>
            <ac:spMk id="2" creationId="{FF703894-EE58-75D0-5628-6C5A8200A0CF}"/>
          </ac:spMkLst>
        </pc:spChg>
      </pc:sldChg>
      <pc:sldChg chg="modSp add mod">
        <pc:chgData name="Federico Pepe" userId="ebd157c5270be293" providerId="LiveId" clId="{CF3693D5-FEB2-42A7-BFDD-3AB6135DD855}" dt="2026-06-07T09:11:55.091" v="23228" actId="20577"/>
        <pc:sldMkLst>
          <pc:docMk/>
          <pc:sldMk cId="1401553633" sldId="388"/>
        </pc:sldMkLst>
        <pc:spChg chg="mod">
          <ac:chgData name="Federico Pepe" userId="ebd157c5270be293" providerId="LiveId" clId="{CF3693D5-FEB2-42A7-BFDD-3AB6135DD855}" dt="2026-06-07T09:08:30.607" v="23173" actId="20577"/>
          <ac:spMkLst>
            <pc:docMk/>
            <pc:sldMk cId="1401553633" sldId="388"/>
            <ac:spMk id="2" creationId="{6460F622-B636-E692-0291-95C5D057AB1B}"/>
          </ac:spMkLst>
        </pc:spChg>
      </pc:sldChg>
      <pc:sldChg chg="addSp delSp modSp new mod modNotesTx">
        <pc:chgData name="Federico Pepe" userId="ebd157c5270be293" providerId="LiveId" clId="{CF3693D5-FEB2-42A7-BFDD-3AB6135DD855}" dt="2026-07-01T15:15:11.853" v="25688" actId="27636"/>
        <pc:sldMkLst>
          <pc:docMk/>
          <pc:sldMk cId="3866111887" sldId="389"/>
        </pc:sldMkLst>
        <pc:spChg chg="mod">
          <ac:chgData name="Federico Pepe" userId="ebd157c5270be293" providerId="LiveId" clId="{CF3693D5-FEB2-42A7-BFDD-3AB6135DD855}" dt="2026-07-01T13:59:14.463" v="23588" actId="27636"/>
          <ac:spMkLst>
            <pc:docMk/>
            <pc:sldMk cId="3866111887" sldId="389"/>
            <ac:spMk id="2" creationId="{E891510E-1A89-672A-DBFD-3B9AF4344F40}"/>
          </ac:spMkLst>
        </pc:spChg>
        <pc:spChg chg="add del mod">
          <ac:chgData name="Federico Pepe" userId="ebd157c5270be293" providerId="LiveId" clId="{CF3693D5-FEB2-42A7-BFDD-3AB6135DD855}" dt="2026-07-01T15:15:11.853" v="25688" actId="27636"/>
          <ac:spMkLst>
            <pc:docMk/>
            <pc:sldMk cId="3866111887" sldId="389"/>
            <ac:spMk id="3" creationId="{A36CEF04-5C8A-22BD-AC15-FED19AAE50C6}"/>
          </ac:spMkLst>
        </pc:spChg>
        <pc:spChg chg="add mod">
          <ac:chgData name="Federico Pepe" userId="ebd157c5270be293" providerId="LiveId" clId="{CF3693D5-FEB2-42A7-BFDD-3AB6135DD855}" dt="2026-06-07T09:57:28.149" v="23368"/>
          <ac:spMkLst>
            <pc:docMk/>
            <pc:sldMk cId="3866111887" sldId="389"/>
            <ac:spMk id="8" creationId="{49BE6731-CBD5-5071-55A1-8AE7144C75A2}"/>
          </ac:spMkLst>
        </pc:spChg>
      </pc:sldChg>
      <pc:sldChg chg="addSp delSp modSp add mod">
        <pc:chgData name="Federico Pepe" userId="ebd157c5270be293" providerId="LiveId" clId="{CF3693D5-FEB2-42A7-BFDD-3AB6135DD855}" dt="2026-07-01T15:26:39.615" v="25746" actId="1076"/>
        <pc:sldMkLst>
          <pc:docMk/>
          <pc:sldMk cId="3083048532" sldId="390"/>
        </pc:sldMkLst>
        <pc:spChg chg="mod">
          <ac:chgData name="Federico Pepe" userId="ebd157c5270be293" providerId="LiveId" clId="{CF3693D5-FEB2-42A7-BFDD-3AB6135DD855}" dt="2026-07-01T15:26:30.586" v="25744" actId="14100"/>
          <ac:spMkLst>
            <pc:docMk/>
            <pc:sldMk cId="3083048532" sldId="390"/>
            <ac:spMk id="2" creationId="{EC4EC845-BAA4-0807-830D-0B126C12CCF4}"/>
          </ac:spMkLst>
        </pc:spChg>
        <pc:spChg chg="add mod">
          <ac:chgData name="Federico Pepe" userId="ebd157c5270be293" providerId="LiveId" clId="{CF3693D5-FEB2-42A7-BFDD-3AB6135DD855}" dt="2026-07-01T15:18:08.036" v="25696" actId="207"/>
          <ac:spMkLst>
            <pc:docMk/>
            <pc:sldMk cId="3083048532" sldId="390"/>
            <ac:spMk id="4" creationId="{29E4BCFE-F9AF-1A54-CC80-8F144C349194}"/>
          </ac:spMkLst>
        </pc:spChg>
        <pc:picChg chg="add mod">
          <ac:chgData name="Federico Pepe" userId="ebd157c5270be293" providerId="LiveId" clId="{CF3693D5-FEB2-42A7-BFDD-3AB6135DD855}" dt="2026-07-01T15:26:39.615" v="25746" actId="1076"/>
          <ac:picMkLst>
            <pc:docMk/>
            <pc:sldMk cId="3083048532" sldId="390"/>
            <ac:picMk id="7" creationId="{B46D918D-508D-E5A4-6622-5E00BF7D0A23}"/>
          </ac:picMkLst>
        </pc:picChg>
      </pc:sldChg>
      <pc:sldChg chg="addSp modSp add mod">
        <pc:chgData name="Federico Pepe" userId="ebd157c5270be293" providerId="LiveId" clId="{CF3693D5-FEB2-42A7-BFDD-3AB6135DD855}" dt="2026-07-01T15:22:39.500" v="25716" actId="1076"/>
        <pc:sldMkLst>
          <pc:docMk/>
          <pc:sldMk cId="3113218133" sldId="393"/>
        </pc:sldMkLst>
        <pc:spChg chg="mod">
          <ac:chgData name="Federico Pepe" userId="ebd157c5270be293" providerId="LiveId" clId="{CF3693D5-FEB2-42A7-BFDD-3AB6135DD855}" dt="2026-07-01T14:27:40.280" v="24546" actId="14100"/>
          <ac:spMkLst>
            <pc:docMk/>
            <pc:sldMk cId="3113218133" sldId="393"/>
            <ac:spMk id="2" creationId="{05C6EEC8-B023-E3A0-B386-1A5A6EC305EF}"/>
          </ac:spMkLst>
        </pc:spChg>
        <pc:spChg chg="mod">
          <ac:chgData name="Federico Pepe" userId="ebd157c5270be293" providerId="LiveId" clId="{CF3693D5-FEB2-42A7-BFDD-3AB6135DD855}" dt="2026-07-01T15:18:14.633" v="25697" actId="207"/>
          <ac:spMkLst>
            <pc:docMk/>
            <pc:sldMk cId="3113218133" sldId="393"/>
            <ac:spMk id="4" creationId="{392B152D-B787-4F19-6E24-E54384A9C235}"/>
          </ac:spMkLst>
        </pc:spChg>
        <pc:picChg chg="add mod">
          <ac:chgData name="Federico Pepe" userId="ebd157c5270be293" providerId="LiveId" clId="{CF3693D5-FEB2-42A7-BFDD-3AB6135DD855}" dt="2026-07-01T15:22:39.500" v="25716" actId="1076"/>
          <ac:picMkLst>
            <pc:docMk/>
            <pc:sldMk cId="3113218133" sldId="393"/>
            <ac:picMk id="5" creationId="{53DAFE84-6C15-07C0-F088-9997548D9EED}"/>
          </ac:picMkLst>
        </pc:picChg>
      </pc:sldChg>
      <pc:sldChg chg="addSp modSp add mod">
        <pc:chgData name="Federico Pepe" userId="ebd157c5270be293" providerId="LiveId" clId="{CF3693D5-FEB2-42A7-BFDD-3AB6135DD855}" dt="2026-07-01T15:23:28.734" v="25721" actId="1076"/>
        <pc:sldMkLst>
          <pc:docMk/>
          <pc:sldMk cId="3188511177" sldId="394"/>
        </pc:sldMkLst>
        <pc:spChg chg="mod">
          <ac:chgData name="Federico Pepe" userId="ebd157c5270be293" providerId="LiveId" clId="{CF3693D5-FEB2-42A7-BFDD-3AB6135DD855}" dt="2026-07-01T14:27:54.102" v="24553" actId="20577"/>
          <ac:spMkLst>
            <pc:docMk/>
            <pc:sldMk cId="3188511177" sldId="394"/>
            <ac:spMk id="2" creationId="{1BF28E55-6843-12EA-1633-62A7A15EF580}"/>
          </ac:spMkLst>
        </pc:spChg>
        <pc:spChg chg="mod">
          <ac:chgData name="Federico Pepe" userId="ebd157c5270be293" providerId="LiveId" clId="{CF3693D5-FEB2-42A7-BFDD-3AB6135DD855}" dt="2026-07-01T15:18:20.532" v="25698" actId="207"/>
          <ac:spMkLst>
            <pc:docMk/>
            <pc:sldMk cId="3188511177" sldId="394"/>
            <ac:spMk id="4" creationId="{4EDC50B1-D2FB-8548-E2CA-28D51391D14E}"/>
          </ac:spMkLst>
        </pc:spChg>
        <pc:picChg chg="add mod">
          <ac:chgData name="Federico Pepe" userId="ebd157c5270be293" providerId="LiveId" clId="{CF3693D5-FEB2-42A7-BFDD-3AB6135DD855}" dt="2026-07-01T15:23:28.734" v="25721" actId="1076"/>
          <ac:picMkLst>
            <pc:docMk/>
            <pc:sldMk cId="3188511177" sldId="394"/>
            <ac:picMk id="5" creationId="{1214F289-0CE9-5EC8-A0ED-648289926B24}"/>
          </ac:picMkLst>
        </pc:picChg>
      </pc:sldChg>
      <pc:sldChg chg="addSp delSp modSp add mod">
        <pc:chgData name="Federico Pepe" userId="ebd157c5270be293" providerId="LiveId" clId="{CF3693D5-FEB2-42A7-BFDD-3AB6135DD855}" dt="2026-07-03T07:50:51.308" v="26176" actId="14100"/>
        <pc:sldMkLst>
          <pc:docMk/>
          <pc:sldMk cId="1789585978" sldId="395"/>
        </pc:sldMkLst>
        <pc:spChg chg="mod">
          <ac:chgData name="Federico Pepe" userId="ebd157c5270be293" providerId="LiveId" clId="{CF3693D5-FEB2-42A7-BFDD-3AB6135DD855}" dt="2026-07-01T15:34:13.345" v="25837" actId="14100"/>
          <ac:spMkLst>
            <pc:docMk/>
            <pc:sldMk cId="1789585978" sldId="395"/>
            <ac:spMk id="2" creationId="{1DD42C5F-9873-7802-9854-5F0100B35AD2}"/>
          </ac:spMkLst>
        </pc:spChg>
        <pc:graphicFrameChg chg="add mod modGraphic">
          <ac:chgData name="Federico Pepe" userId="ebd157c5270be293" providerId="LiveId" clId="{CF3693D5-FEB2-42A7-BFDD-3AB6135DD855}" dt="2026-07-03T07:50:51.308" v="26176" actId="14100"/>
          <ac:graphicFrameMkLst>
            <pc:docMk/>
            <pc:sldMk cId="1789585978" sldId="395"/>
            <ac:graphicFrameMk id="3" creationId="{7AE987AB-8D7E-A21C-0F0C-82C0EC3019B1}"/>
          </ac:graphicFrameMkLst>
        </pc:graphicFrameChg>
      </pc:sldChg>
      <pc:sldChg chg="addSp delSp modSp add mod">
        <pc:chgData name="Federico Pepe" userId="ebd157c5270be293" providerId="LiveId" clId="{CF3693D5-FEB2-42A7-BFDD-3AB6135DD855}" dt="2026-07-03T07:48:43.791" v="26076" actId="20577"/>
        <pc:sldMkLst>
          <pc:docMk/>
          <pc:sldMk cId="2754752648" sldId="396"/>
        </pc:sldMkLst>
        <pc:spChg chg="mod">
          <ac:chgData name="Federico Pepe" userId="ebd157c5270be293" providerId="LiveId" clId="{CF3693D5-FEB2-42A7-BFDD-3AB6135DD855}" dt="2026-07-03T07:48:43.791" v="26076" actId="20577"/>
          <ac:spMkLst>
            <pc:docMk/>
            <pc:sldMk cId="2754752648" sldId="396"/>
            <ac:spMk id="2" creationId="{51BB4357-005D-0572-9DEA-45FE7CE2BBC1}"/>
          </ac:spMkLst>
        </pc:spChg>
        <pc:spChg chg="add mod">
          <ac:chgData name="Federico Pepe" userId="ebd157c5270be293" providerId="LiveId" clId="{CF3693D5-FEB2-42A7-BFDD-3AB6135DD855}" dt="2026-07-01T15:30:54.312" v="25808" actId="1076"/>
          <ac:spMkLst>
            <pc:docMk/>
            <pc:sldMk cId="2754752648" sldId="396"/>
            <ac:spMk id="7" creationId="{7EFF5BC5-E20D-6D7A-2D20-D8522FE89EDB}"/>
          </ac:spMkLst>
        </pc:spChg>
      </pc:sldChg>
      <pc:sldMasterChg chg="setBg modSldLayout">
        <pc:chgData name="Federico Pepe" userId="ebd157c5270be293" providerId="LiveId" clId="{CF3693D5-FEB2-42A7-BFDD-3AB6135DD855}" dt="2026-07-01T15:15:36.601" v="25694"/>
        <pc:sldMasterMkLst>
          <pc:docMk/>
          <pc:sldMasterMk cId="3952998155" sldId="2147483983"/>
        </pc:sldMasterMkLst>
        <pc:sldLayoutChg chg="setBg">
          <pc:chgData name="Federico Pepe" userId="ebd157c5270be293" providerId="LiveId" clId="{CF3693D5-FEB2-42A7-BFDD-3AB6135DD855}" dt="2026-07-01T15:15:36.601" v="25694"/>
          <pc:sldLayoutMkLst>
            <pc:docMk/>
            <pc:sldMasterMk cId="3952998155" sldId="2147483983"/>
            <pc:sldLayoutMk cId="3590540988" sldId="2147483984"/>
          </pc:sldLayoutMkLst>
        </pc:sldLayoutChg>
        <pc:sldLayoutChg chg="setBg">
          <pc:chgData name="Federico Pepe" userId="ebd157c5270be293" providerId="LiveId" clId="{CF3693D5-FEB2-42A7-BFDD-3AB6135DD855}" dt="2026-07-01T15:15:36.601" v="25694"/>
          <pc:sldLayoutMkLst>
            <pc:docMk/>
            <pc:sldMasterMk cId="3952998155" sldId="2147483983"/>
            <pc:sldLayoutMk cId="3570815551" sldId="2147483986"/>
          </pc:sldLayoutMkLst>
        </pc:sldLayoutChg>
      </pc:sldMasterChg>
    </pc:docChg>
  </pc:docChgLst>
  <pc:docChgLst>
    <pc:chgData name="federico pepe" userId="S::federico.pepe@students.uniroma2.eu::61e750a1-7fce-478b-8d01-faff777be515" providerId="AD" clId="Web-{FFE8CC56-4196-461B-97A0-50A5E3B8BF34}"/>
    <pc:docChg chg="addSld modSld">
      <pc:chgData name="federico pepe" userId="S::federico.pepe@students.uniroma2.eu::61e750a1-7fce-478b-8d01-faff777be515" providerId="AD" clId="Web-{FFE8CC56-4196-461B-97A0-50A5E3B8BF34}" dt="2026-07-06T10:31:12.063" v="353" actId="14100"/>
      <pc:docMkLst>
        <pc:docMk/>
      </pc:docMkLst>
      <pc:sldChg chg="modSp">
        <pc:chgData name="federico pepe" userId="S::federico.pepe@students.uniroma2.eu::61e750a1-7fce-478b-8d01-faff777be515" providerId="AD" clId="Web-{FFE8CC56-4196-461B-97A0-50A5E3B8BF34}" dt="2026-07-06T10:13:18.843" v="250" actId="1076"/>
        <pc:sldMkLst>
          <pc:docMk/>
          <pc:sldMk cId="3778525091" sldId="386"/>
        </pc:sldMkLst>
        <pc:picChg chg="mod">
          <ac:chgData name="federico pepe" userId="S::federico.pepe@students.uniroma2.eu::61e750a1-7fce-478b-8d01-faff777be515" providerId="AD" clId="Web-{FFE8CC56-4196-461B-97A0-50A5E3B8BF34}" dt="2026-07-06T10:13:18.843" v="250" actId="1076"/>
          <ac:picMkLst>
            <pc:docMk/>
            <pc:sldMk cId="3778525091" sldId="386"/>
            <ac:picMk id="10" creationId="{9561F821-58A9-6F86-6DC3-214D0376F9C8}"/>
          </ac:picMkLst>
        </pc:picChg>
      </pc:sldChg>
      <pc:sldChg chg="modSp">
        <pc:chgData name="federico pepe" userId="S::federico.pepe@students.uniroma2.eu::61e750a1-7fce-478b-8d01-faff777be515" providerId="AD" clId="Web-{FFE8CC56-4196-461B-97A0-50A5E3B8BF34}" dt="2026-07-06T10:29:30.763" v="344" actId="20577"/>
        <pc:sldMkLst>
          <pc:docMk/>
          <pc:sldMk cId="3866111887" sldId="389"/>
        </pc:sldMkLst>
        <pc:spChg chg="mod">
          <ac:chgData name="federico pepe" userId="S::federico.pepe@students.uniroma2.eu::61e750a1-7fce-478b-8d01-faff777be515" providerId="AD" clId="Web-{FFE8CC56-4196-461B-97A0-50A5E3B8BF34}" dt="2026-07-06T10:29:30.763" v="344" actId="20577"/>
          <ac:spMkLst>
            <pc:docMk/>
            <pc:sldMk cId="3866111887" sldId="389"/>
            <ac:spMk id="3" creationId="{A36CEF04-5C8A-22BD-AC15-FED19AAE50C6}"/>
          </ac:spMkLst>
        </pc:spChg>
      </pc:sldChg>
      <pc:sldChg chg="modSp">
        <pc:chgData name="federico pepe" userId="S::federico.pepe@students.uniroma2.eu::61e750a1-7fce-478b-8d01-faff777be515" providerId="AD" clId="Web-{FFE8CC56-4196-461B-97A0-50A5E3B8BF34}" dt="2026-07-06T08:08:29.903" v="82" actId="20577"/>
        <pc:sldMkLst>
          <pc:docMk/>
          <pc:sldMk cId="2754752648" sldId="396"/>
        </pc:sldMkLst>
        <pc:spChg chg="mod">
          <ac:chgData name="federico pepe" userId="S::federico.pepe@students.uniroma2.eu::61e750a1-7fce-478b-8d01-faff777be515" providerId="AD" clId="Web-{FFE8CC56-4196-461B-97A0-50A5E3B8BF34}" dt="2026-07-06T08:08:29.903" v="82" actId="20577"/>
          <ac:spMkLst>
            <pc:docMk/>
            <pc:sldMk cId="2754752648" sldId="396"/>
            <ac:spMk id="7" creationId="{7EFF5BC5-E20D-6D7A-2D20-D8522FE89EDB}"/>
          </ac:spMkLst>
        </pc:spChg>
      </pc:sldChg>
      <pc:sldChg chg="modSp">
        <pc:chgData name="federico pepe" userId="S::federico.pepe@students.uniroma2.eu::61e750a1-7fce-478b-8d01-faff777be515" providerId="AD" clId="Web-{FFE8CC56-4196-461B-97A0-50A5E3B8BF34}" dt="2026-07-06T10:30:20.358" v="352" actId="20577"/>
        <pc:sldMkLst>
          <pc:docMk/>
          <pc:sldMk cId="1708826672" sldId="398"/>
        </pc:sldMkLst>
        <pc:graphicFrameChg chg="modGraphic">
          <ac:chgData name="federico pepe" userId="S::federico.pepe@students.uniroma2.eu::61e750a1-7fce-478b-8d01-faff777be515" providerId="AD" clId="Web-{FFE8CC56-4196-461B-97A0-50A5E3B8BF34}" dt="2026-07-06T10:30:20.358" v="352" actId="20577"/>
          <ac:graphicFrameMkLst>
            <pc:docMk/>
            <pc:sldMk cId="1708826672" sldId="398"/>
            <ac:graphicFrameMk id="3" creationId="{9793C200-4EC8-49E7-1FE6-E03416855009}"/>
          </ac:graphicFrameMkLst>
        </pc:graphicFrameChg>
      </pc:sldChg>
      <pc:sldChg chg="modSp">
        <pc:chgData name="federico pepe" userId="S::federico.pepe@students.uniroma2.eu::61e750a1-7fce-478b-8d01-faff777be515" providerId="AD" clId="Web-{FFE8CC56-4196-461B-97A0-50A5E3B8BF34}" dt="2026-07-06T08:12:05.912" v="133" actId="20577"/>
        <pc:sldMkLst>
          <pc:docMk/>
          <pc:sldMk cId="668517608" sldId="399"/>
        </pc:sldMkLst>
        <pc:spChg chg="mod">
          <ac:chgData name="federico pepe" userId="S::federico.pepe@students.uniroma2.eu::61e750a1-7fce-478b-8d01-faff777be515" providerId="AD" clId="Web-{FFE8CC56-4196-461B-97A0-50A5E3B8BF34}" dt="2026-07-06T08:12:05.912" v="133" actId="20577"/>
          <ac:spMkLst>
            <pc:docMk/>
            <pc:sldMk cId="668517608" sldId="399"/>
            <ac:spMk id="7" creationId="{33148F04-A9FE-BE69-10E8-28245A75CBCF}"/>
          </ac:spMkLst>
        </pc:spChg>
      </pc:sldChg>
      <pc:sldChg chg="modSp">
        <pc:chgData name="federico pepe" userId="S::federico.pepe@students.uniroma2.eu::61e750a1-7fce-478b-8d01-faff777be515" providerId="AD" clId="Web-{FFE8CC56-4196-461B-97A0-50A5E3B8BF34}" dt="2026-07-06T08:15:06.981" v="166" actId="20577"/>
        <pc:sldMkLst>
          <pc:docMk/>
          <pc:sldMk cId="2453630058" sldId="401"/>
        </pc:sldMkLst>
        <pc:spChg chg="mod">
          <ac:chgData name="federico pepe" userId="S::federico.pepe@students.uniroma2.eu::61e750a1-7fce-478b-8d01-faff777be515" providerId="AD" clId="Web-{FFE8CC56-4196-461B-97A0-50A5E3B8BF34}" dt="2026-07-06T08:15:06.981" v="166" actId="20577"/>
          <ac:spMkLst>
            <pc:docMk/>
            <pc:sldMk cId="2453630058" sldId="401"/>
            <ac:spMk id="7" creationId="{07FC5DA3-5F04-4E92-BF93-0F02F16E9399}"/>
          </ac:spMkLst>
        </pc:spChg>
      </pc:sldChg>
      <pc:sldChg chg="modSp">
        <pc:chgData name="federico pepe" userId="S::federico.pepe@students.uniroma2.eu::61e750a1-7fce-478b-8d01-faff777be515" providerId="AD" clId="Web-{FFE8CC56-4196-461B-97A0-50A5E3B8BF34}" dt="2026-07-06T10:31:12.063" v="353" actId="14100"/>
        <pc:sldMkLst>
          <pc:docMk/>
          <pc:sldMk cId="2340075369" sldId="402"/>
        </pc:sldMkLst>
        <pc:spChg chg="mod">
          <ac:chgData name="federico pepe" userId="S::federico.pepe@students.uniroma2.eu::61e750a1-7fce-478b-8d01-faff777be515" providerId="AD" clId="Web-{FFE8CC56-4196-461B-97A0-50A5E3B8BF34}" dt="2026-07-06T10:31:12.063" v="353" actId="14100"/>
          <ac:spMkLst>
            <pc:docMk/>
            <pc:sldMk cId="2340075369" sldId="402"/>
            <ac:spMk id="6" creationId="{B03DAD55-9AB0-FCE6-3CFD-331F73E55380}"/>
          </ac:spMkLst>
        </pc:spChg>
        <pc:graphicFrameChg chg="modGraphic">
          <ac:chgData name="federico pepe" userId="S::federico.pepe@students.uniroma2.eu::61e750a1-7fce-478b-8d01-faff777be515" providerId="AD" clId="Web-{FFE8CC56-4196-461B-97A0-50A5E3B8BF34}" dt="2026-07-06T10:30:12.311" v="348" actId="20577"/>
          <ac:graphicFrameMkLst>
            <pc:docMk/>
            <pc:sldMk cId="2340075369" sldId="402"/>
            <ac:graphicFrameMk id="3" creationId="{223C0F97-5431-0A87-2700-5C9848108819}"/>
          </ac:graphicFrameMkLst>
        </pc:graphicFrameChg>
      </pc:sldChg>
      <pc:sldChg chg="modSp">
        <pc:chgData name="federico pepe" userId="S::federico.pepe@students.uniroma2.eu::61e750a1-7fce-478b-8d01-faff777be515" providerId="AD" clId="Web-{FFE8CC56-4196-461B-97A0-50A5E3B8BF34}" dt="2026-07-06T10:00:12.678" v="236" actId="14100"/>
        <pc:sldMkLst>
          <pc:docMk/>
          <pc:sldMk cId="4055611446" sldId="404"/>
        </pc:sldMkLst>
        <pc:spChg chg="mod">
          <ac:chgData name="federico pepe" userId="S::federico.pepe@students.uniroma2.eu::61e750a1-7fce-478b-8d01-faff777be515" providerId="AD" clId="Web-{FFE8CC56-4196-461B-97A0-50A5E3B8BF34}" dt="2026-07-06T10:00:12.678" v="236" actId="14100"/>
          <ac:spMkLst>
            <pc:docMk/>
            <pc:sldMk cId="4055611446" sldId="404"/>
            <ac:spMk id="2" creationId="{A1BD1087-E77B-4CAE-C1E0-820F7EFA682B}"/>
          </ac:spMkLst>
        </pc:spChg>
      </pc:sldChg>
      <pc:sldChg chg="addSp modSp">
        <pc:chgData name="federico pepe" userId="S::federico.pepe@students.uniroma2.eu::61e750a1-7fce-478b-8d01-faff777be515" providerId="AD" clId="Web-{FFE8CC56-4196-461B-97A0-50A5E3B8BF34}" dt="2026-07-06T09:59:51.037" v="235" actId="20577"/>
        <pc:sldMkLst>
          <pc:docMk/>
          <pc:sldMk cId="1743274885" sldId="405"/>
        </pc:sldMkLst>
        <pc:spChg chg="add mod">
          <ac:chgData name="federico pepe" userId="S::federico.pepe@students.uniroma2.eu::61e750a1-7fce-478b-8d01-faff777be515" providerId="AD" clId="Web-{FFE8CC56-4196-461B-97A0-50A5E3B8BF34}" dt="2026-07-06T09:59:51.037" v="235" actId="20577"/>
          <ac:spMkLst>
            <pc:docMk/>
            <pc:sldMk cId="1743274885" sldId="405"/>
            <ac:spMk id="3" creationId="{05EAF8E2-3529-6550-8C89-177C666E53A5}"/>
          </ac:spMkLst>
        </pc:spChg>
        <pc:spChg chg="mod">
          <ac:chgData name="federico pepe" userId="S::federico.pepe@students.uniroma2.eu::61e750a1-7fce-478b-8d01-faff777be515" providerId="AD" clId="Web-{FFE8CC56-4196-461B-97A0-50A5E3B8BF34}" dt="2026-07-06T09:58:49.019" v="227" actId="1076"/>
          <ac:spMkLst>
            <pc:docMk/>
            <pc:sldMk cId="1743274885" sldId="405"/>
            <ac:spMk id="7" creationId="{74A2771C-2ECF-DB96-94AF-CBC06928C595}"/>
          </ac:spMkLst>
        </pc:spChg>
      </pc:sldChg>
      <pc:sldChg chg="modSp">
        <pc:chgData name="federico pepe" userId="S::federico.pepe@students.uniroma2.eu::61e750a1-7fce-478b-8d01-faff777be515" providerId="AD" clId="Web-{FFE8CC56-4196-461B-97A0-50A5E3B8BF34}" dt="2026-07-06T10:02:41.074" v="247" actId="20577"/>
        <pc:sldMkLst>
          <pc:docMk/>
          <pc:sldMk cId="1879504564" sldId="406"/>
        </pc:sldMkLst>
        <pc:spChg chg="mod">
          <ac:chgData name="federico pepe" userId="S::federico.pepe@students.uniroma2.eu::61e750a1-7fce-478b-8d01-faff777be515" providerId="AD" clId="Web-{FFE8CC56-4196-461B-97A0-50A5E3B8BF34}" dt="2026-07-06T10:02:00.104" v="237" actId="14100"/>
          <ac:spMkLst>
            <pc:docMk/>
            <pc:sldMk cId="1879504564" sldId="406"/>
            <ac:spMk id="2" creationId="{8DB69657-FFE7-FEFB-517A-ED13C6FAD4CF}"/>
          </ac:spMkLst>
        </pc:spChg>
        <pc:graphicFrameChg chg="modGraphic">
          <ac:chgData name="federico pepe" userId="S::federico.pepe@students.uniroma2.eu::61e750a1-7fce-478b-8d01-faff777be515" providerId="AD" clId="Web-{FFE8CC56-4196-461B-97A0-50A5E3B8BF34}" dt="2026-07-06T10:02:41.074" v="247" actId="20577"/>
          <ac:graphicFrameMkLst>
            <pc:docMk/>
            <pc:sldMk cId="1879504564" sldId="406"/>
            <ac:graphicFrameMk id="3" creationId="{41B36765-0B26-276E-73E2-5AA1C5DBC233}"/>
          </ac:graphicFrameMkLst>
        </pc:graphicFrameChg>
      </pc:sldChg>
      <pc:sldChg chg="modSp">
        <pc:chgData name="federico pepe" userId="S::federico.pepe@students.uniroma2.eu::61e750a1-7fce-478b-8d01-faff777be515" providerId="AD" clId="Web-{FFE8CC56-4196-461B-97A0-50A5E3B8BF34}" dt="2026-07-06T08:16:29.953" v="186" actId="20577"/>
        <pc:sldMkLst>
          <pc:docMk/>
          <pc:sldMk cId="2220134167" sldId="407"/>
        </pc:sldMkLst>
        <pc:spChg chg="mod">
          <ac:chgData name="federico pepe" userId="S::federico.pepe@students.uniroma2.eu::61e750a1-7fce-478b-8d01-faff777be515" providerId="AD" clId="Web-{FFE8CC56-4196-461B-97A0-50A5E3B8BF34}" dt="2026-07-06T08:16:29.953" v="186" actId="20577"/>
          <ac:spMkLst>
            <pc:docMk/>
            <pc:sldMk cId="2220134167" sldId="407"/>
            <ac:spMk id="7" creationId="{8B0D8D29-A0B1-5001-35EF-EC3064EFEF90}"/>
          </ac:spMkLst>
        </pc:spChg>
      </pc:sldChg>
      <pc:sldChg chg="addSp delSp modSp add replId">
        <pc:chgData name="federico pepe" userId="S::federico.pepe@students.uniroma2.eu::61e750a1-7fce-478b-8d01-faff777be515" providerId="AD" clId="Web-{FFE8CC56-4196-461B-97A0-50A5E3B8BF34}" dt="2026-07-06T08:54:21.038" v="197" actId="14100"/>
        <pc:sldMkLst>
          <pc:docMk/>
          <pc:sldMk cId="368133909" sldId="409"/>
        </pc:sldMkLst>
        <pc:spChg chg="mod">
          <ac:chgData name="federico pepe" userId="S::federico.pepe@students.uniroma2.eu::61e750a1-7fce-478b-8d01-faff777be515" providerId="AD" clId="Web-{FFE8CC56-4196-461B-97A0-50A5E3B8BF34}" dt="2026-07-06T08:46:20.567" v="192" actId="20577"/>
          <ac:spMkLst>
            <pc:docMk/>
            <pc:sldMk cId="368133909" sldId="409"/>
            <ac:spMk id="2" creationId="{32BF9E5B-09DD-EAB9-FF94-8836DCD7CE5E}"/>
          </ac:spMkLst>
        </pc:spChg>
        <pc:spChg chg="mod">
          <ac:chgData name="federico pepe" userId="S::federico.pepe@students.uniroma2.eu::61e750a1-7fce-478b-8d01-faff777be515" providerId="AD" clId="Web-{FFE8CC56-4196-461B-97A0-50A5E3B8BF34}" dt="2026-07-06T08:54:21.038" v="197" actId="14100"/>
          <ac:spMkLst>
            <pc:docMk/>
            <pc:sldMk cId="368133909" sldId="409"/>
            <ac:spMk id="6" creationId="{DAD3117A-8E3E-A8A5-589D-78E219762515}"/>
          </ac:spMkLst>
        </pc:spChg>
        <pc:picChg chg="add mod">
          <ac:chgData name="federico pepe" userId="S::federico.pepe@students.uniroma2.eu::61e750a1-7fce-478b-8d01-faff777be515" providerId="AD" clId="Web-{FFE8CC56-4196-461B-97A0-50A5E3B8BF34}" dt="2026-07-06T08:52:15.252" v="196" actId="1076"/>
          <ac:picMkLst>
            <pc:docMk/>
            <pc:sldMk cId="368133909" sldId="409"/>
            <ac:picMk id="3" creationId="{2ECF5471-3164-60BC-DFD0-302D9DD20FA4}"/>
          </ac:picMkLst>
        </pc:picChg>
        <pc:picChg chg="del">
          <ac:chgData name="federico pepe" userId="S::federico.pepe@students.uniroma2.eu::61e750a1-7fce-478b-8d01-faff777be515" providerId="AD" clId="Web-{FFE8CC56-4196-461B-97A0-50A5E3B8BF34}" dt="2026-07-06T08:46:25.677" v="193"/>
          <ac:picMkLst>
            <pc:docMk/>
            <pc:sldMk cId="368133909" sldId="409"/>
            <ac:picMk id="5" creationId="{15192006-4F62-C97D-7394-7567583E7E79}"/>
          </ac:picMkLst>
        </pc:picChg>
      </pc:sldChg>
    </pc:docChg>
  </pc:docChgLst>
  <pc:docChgLst>
    <pc:chgData name="federico pepe" userId="S::federico.pepe@students.uniroma2.eu::61e750a1-7fce-478b-8d01-faff777be515" providerId="AD" clId="Web-{4856BE51-7890-08F0-0A05-7E08F23BE0B4}"/>
    <pc:docChg chg="modSld">
      <pc:chgData name="federico pepe" userId="S::federico.pepe@students.uniroma2.eu::61e750a1-7fce-478b-8d01-faff777be515" providerId="AD" clId="Web-{4856BE51-7890-08F0-0A05-7E08F23BE0B4}" dt="2026-07-22T13:07:17.393" v="5" actId="20577"/>
      <pc:docMkLst>
        <pc:docMk/>
      </pc:docMkLst>
      <pc:sldChg chg="modSp">
        <pc:chgData name="federico pepe" userId="S::federico.pepe@students.uniroma2.eu::61e750a1-7fce-478b-8d01-faff777be515" providerId="AD" clId="Web-{4856BE51-7890-08F0-0A05-7E08F23BE0B4}" dt="2026-07-22T13:07:17.393" v="5" actId="20577"/>
        <pc:sldMkLst>
          <pc:docMk/>
          <pc:sldMk cId="3130691956" sldId="423"/>
        </pc:sldMkLst>
        <pc:spChg chg="mod">
          <ac:chgData name="federico pepe" userId="S::federico.pepe@students.uniroma2.eu::61e750a1-7fce-478b-8d01-faff777be515" providerId="AD" clId="Web-{4856BE51-7890-08F0-0A05-7E08F23BE0B4}" dt="2026-07-22T13:07:17.393" v="5" actId="20577"/>
          <ac:spMkLst>
            <pc:docMk/>
            <pc:sldMk cId="3130691956" sldId="423"/>
            <ac:spMk id="3" creationId="{0EB7506E-6BF6-A1FE-498B-64B90294344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4C4EB2C4-B9FA-FF63-0B2E-F5404DA0DB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0CF3FC4-9E7C-4897-E4F1-311517D03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1111A-3FEA-41F6-8697-188D01B14C7B}" type="datetimeFigureOut">
              <a:rPr lang="it-IT" smtClean="0"/>
              <a:t>22/07/2026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F1E1F11-5676-55AE-626A-3961E5F54F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AF07E1-15EF-241A-65F1-41EB70F7F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7C422-3B3F-4541-A5E9-981090F0BC4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17216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21C70-D704-49FA-846B-71DBB33B5D8D}" type="datetimeFigureOut">
              <a:rPr lang="it-IT" smtClean="0"/>
              <a:t>22/07/2026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7B839-A0AE-45D3-B178-6511566D486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12809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0595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600E1A0-CDEC-4A83-B3E3-9AAA77E4856A}" type="datetime1">
              <a:rPr lang="it-IT" smtClean="0"/>
              <a:t>22/07/2026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59054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69F8-9A8A-4C0E-9242-6896B8033F5C}" type="datetime1">
              <a:rPr lang="it-IT" smtClean="0"/>
              <a:t>22/07/2026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0555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2E4328-F181-4D6E-9670-7FA419E4778D}" type="datetime1">
              <a:rPr lang="it-IT" smtClean="0"/>
              <a:t>22/07/2026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7081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6E26-09A5-4AEE-BC08-745C3EB001DF}" type="datetime1">
              <a:rPr lang="it-IT" smtClean="0"/>
              <a:t>22/07/2026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414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1213-C0A2-42A6-A931-B4DFA176AF31}" type="datetime1">
              <a:rPr lang="it-IT" smtClean="0"/>
              <a:t>22/07/2026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997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045F-F9A7-4475-9E69-1797EAEF8AA5}" type="datetime1">
              <a:rPr lang="it-IT" smtClean="0"/>
              <a:t>22/07/2026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391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1E90-C6D2-40FE-85F9-9C8719FF09CF}" type="datetime1">
              <a:rPr lang="it-IT" smtClean="0"/>
              <a:t>22/07/2026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966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DDF4CE-8AFA-457E-B9FE-AA9ECFB73411}" type="datetime1">
              <a:rPr lang="it-IT" smtClean="0"/>
              <a:t>22/07/2026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839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E79F9E-BB3C-4B87-956F-4B6ADCFE3880}" type="datetime1">
              <a:rPr lang="it-IT" smtClean="0"/>
              <a:t>22/07/2026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083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958A-30A8-461A-BA89-E84970FA6113}" type="datetime1">
              <a:rPr lang="it-IT" smtClean="0"/>
              <a:t>22/07/2026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4348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089-8193-4A62-BBFC-4465C959C5B6}" type="datetime1">
              <a:rPr lang="it-IT" smtClean="0"/>
              <a:t>22/07/2026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490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4D35A21-B22F-4E56-8E06-A0E446F47633}" type="datetime1">
              <a:rPr lang="it-IT" smtClean="0"/>
              <a:t>22/07/2026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87D1DC9-3B65-4EB2-AAA2-4BCA5EE1B4AB}" type="slidenum">
              <a:rPr lang="it-IT" smtClean="0"/>
              <a:t>‹#›</a:t>
            </a:fld>
            <a:endParaRPr lang="it-IT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299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63CC4C-5C87-4CB4-2449-D7501C290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1723" y="2553059"/>
            <a:ext cx="7108554" cy="1751882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it-IT" sz="2800" b="1"/>
              <a:t>PROGETTO – Metodi Probabilistici E STATISTICI PER MERCATI FINANZIATI</a:t>
            </a:r>
            <a:br>
              <a:rPr lang="it-IT" sz="2800"/>
            </a:br>
            <a:endParaRPr lang="it-IT" sz="2800" i="1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9D0B83F-8A06-C676-174E-0D0D27ED4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1982" y="4289501"/>
            <a:ext cx="8288035" cy="916652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it-IT" sz="1400">
                <a:solidFill>
                  <a:schemeClr val="tx1"/>
                </a:solidFill>
              </a:rPr>
              <a:t>Simone Ercole – 0360105 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it-IT" sz="1400">
                <a:solidFill>
                  <a:schemeClr val="tx1"/>
                </a:solidFill>
              </a:rPr>
              <a:t>Federico Pepe – 0365363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it-IT" sz="1400">
                <a:solidFill>
                  <a:schemeClr val="tx1"/>
                </a:solidFill>
              </a:rPr>
              <a:t>Anno Accademico 2025 - 2026</a:t>
            </a:r>
          </a:p>
        </p:txBody>
      </p:sp>
      <p:pic>
        <p:nvPicPr>
          <p:cNvPr id="5" name="Immagine 4" descr="Immagine che contiene testo, Carattere, log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3249C023-747F-D806-0903-40925BDC6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089" y="1651847"/>
            <a:ext cx="4005822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0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8726F3-F095-2D97-5333-4F95E2632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it-IT" b="1"/>
              <a:t>Roadmap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F065DC44-2D95-0374-F480-76CB1F95BCFF}"/>
              </a:ext>
            </a:extLst>
          </p:cNvPr>
          <p:cNvGrpSpPr/>
          <p:nvPr/>
        </p:nvGrpSpPr>
        <p:grpSpPr>
          <a:xfrm>
            <a:off x="1930843" y="1943814"/>
            <a:ext cx="8909674" cy="2693373"/>
            <a:chOff x="2181163" y="1943814"/>
            <a:chExt cx="8909674" cy="2693373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B0E1B884-41C2-E5F9-1B7E-E19F3F8E4F2D}"/>
                </a:ext>
              </a:extLst>
            </p:cNvPr>
            <p:cNvGrpSpPr/>
            <p:nvPr/>
          </p:nvGrpSpPr>
          <p:grpSpPr>
            <a:xfrm>
              <a:off x="2181163" y="1943814"/>
              <a:ext cx="2160000" cy="2693373"/>
              <a:chOff x="1390843" y="2196264"/>
              <a:chExt cx="2160000" cy="2693373"/>
            </a:xfrm>
          </p:grpSpPr>
          <p:sp>
            <p:nvSpPr>
              <p:cNvPr id="5" name="Ovale 4">
                <a:extLst>
                  <a:ext uri="{FF2B5EF4-FFF2-40B4-BE49-F238E27FC236}">
                    <a16:creationId xmlns:a16="http://schemas.microsoft.com/office/drawing/2014/main" id="{224531F6-BA0B-9059-55D0-52438550FD68}"/>
                  </a:ext>
                </a:extLst>
              </p:cNvPr>
              <p:cNvSpPr/>
              <p:nvPr/>
            </p:nvSpPr>
            <p:spPr>
              <a:xfrm>
                <a:off x="1390843" y="2196264"/>
                <a:ext cx="2160000" cy="2160000"/>
              </a:xfrm>
              <a:prstGeom prst="ellipse">
                <a:avLst/>
              </a:prstGeom>
              <a:solidFill>
                <a:srgbClr val="008E44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C07A7A0-59BA-4056-3550-D0668BDB4910}"/>
                  </a:ext>
                </a:extLst>
              </p:cNvPr>
              <p:cNvSpPr txBox="1"/>
              <p:nvPr/>
            </p:nvSpPr>
            <p:spPr>
              <a:xfrm>
                <a:off x="1494097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/>
                  <a:t>INTRODUZIONE</a:t>
                </a:r>
              </a:p>
            </p:txBody>
          </p:sp>
        </p:grpSp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BD1A4AE4-BDBD-C9BA-3D28-C9BA2A880E71}"/>
                </a:ext>
              </a:extLst>
            </p:cNvPr>
            <p:cNvGrpSpPr/>
            <p:nvPr/>
          </p:nvGrpSpPr>
          <p:grpSpPr>
            <a:xfrm>
              <a:off x="5555999" y="1943814"/>
              <a:ext cx="2160000" cy="2693373"/>
              <a:chOff x="4225680" y="2196264"/>
              <a:chExt cx="2160000" cy="2693373"/>
            </a:xfrm>
          </p:grpSpPr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E04AA43C-EF58-93F4-FA11-4C102EBF1BA2}"/>
                  </a:ext>
                </a:extLst>
              </p:cNvPr>
              <p:cNvSpPr txBox="1"/>
              <p:nvPr/>
            </p:nvSpPr>
            <p:spPr>
              <a:xfrm>
                <a:off x="4328934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MODELLI</a:t>
                </a:r>
              </a:p>
            </p:txBody>
          </p:sp>
          <p:sp>
            <p:nvSpPr>
              <p:cNvPr id="18" name="Ovale 17">
                <a:extLst>
                  <a:ext uri="{FF2B5EF4-FFF2-40B4-BE49-F238E27FC236}">
                    <a16:creationId xmlns:a16="http://schemas.microsoft.com/office/drawing/2014/main" id="{E455C41B-C8A4-07A3-2C8C-1A7280EA0BFB}"/>
                  </a:ext>
                </a:extLst>
              </p:cNvPr>
              <p:cNvSpPr/>
              <p:nvPr/>
            </p:nvSpPr>
            <p:spPr>
              <a:xfrm>
                <a:off x="4225680" y="2196264"/>
                <a:ext cx="2160000" cy="2160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C511465C-C59E-0AE2-D24A-65BA3CAA6BDC}"/>
                </a:ext>
              </a:extLst>
            </p:cNvPr>
            <p:cNvGrpSpPr/>
            <p:nvPr/>
          </p:nvGrpSpPr>
          <p:grpSpPr>
            <a:xfrm>
              <a:off x="8930837" y="1943814"/>
              <a:ext cx="2160000" cy="2693373"/>
              <a:chOff x="7060517" y="2196264"/>
              <a:chExt cx="2160000" cy="2693373"/>
            </a:xfrm>
          </p:grpSpPr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21DBA2C8-C548-DA67-E085-727B31D1455D}"/>
                  </a:ext>
                </a:extLst>
              </p:cNvPr>
              <p:cNvSpPr txBox="1"/>
              <p:nvPr/>
            </p:nvSpPr>
            <p:spPr>
              <a:xfrm>
                <a:off x="7163771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CONCLUSIONE</a:t>
                </a:r>
              </a:p>
            </p:txBody>
          </p:sp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D219B483-17C2-BCD0-E0C3-FEC7CB9A43A9}"/>
                  </a:ext>
                </a:extLst>
              </p:cNvPr>
              <p:cNvSpPr/>
              <p:nvPr/>
            </p:nvSpPr>
            <p:spPr>
              <a:xfrm>
                <a:off x="7060517" y="2196264"/>
                <a:ext cx="2160000" cy="2160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pic>
        <p:nvPicPr>
          <p:cNvPr id="39" name="Immagine 38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BA1B4B35-AA31-91F0-C9F2-E7533D600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677" y="3563814"/>
            <a:ext cx="540000" cy="540000"/>
          </a:xfrm>
          <a:prstGeom prst="rect">
            <a:avLst/>
          </a:prstGeom>
        </p:spPr>
      </p:pic>
      <p:pic>
        <p:nvPicPr>
          <p:cNvPr id="40" name="Immagine 39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79154BAC-2314-486E-F32B-0D10FCECC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515" y="3563814"/>
            <a:ext cx="540000" cy="540000"/>
          </a:xfrm>
          <a:prstGeom prst="rect">
            <a:avLst/>
          </a:prstGeom>
        </p:spPr>
      </p:pic>
      <p:pic>
        <p:nvPicPr>
          <p:cNvPr id="4" name="Immagine 3" descr="Immagine che contiene schermata, simbol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786F603C-17F5-4D84-3354-ADEBEB7B1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842" y="2303814"/>
            <a:ext cx="1440000" cy="1440000"/>
          </a:xfrm>
          <a:prstGeom prst="rect">
            <a:avLst/>
          </a:prstGeom>
        </p:spPr>
      </p:pic>
      <p:pic>
        <p:nvPicPr>
          <p:cNvPr id="8" name="Immagine 7" descr="Immagine che contiene Elementi grafici, grafica, cerchio, clipart&#10;&#10;Il contenuto generato dall'IA potrebbe non essere corretto.">
            <a:extLst>
              <a:ext uri="{FF2B5EF4-FFF2-40B4-BE49-F238E27FC236}">
                <a16:creationId xmlns:a16="http://schemas.microsoft.com/office/drawing/2014/main" id="{39F817E6-1A3C-D684-A4F1-DD568D7D3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678" y="2303814"/>
            <a:ext cx="1440000" cy="1440000"/>
          </a:xfrm>
          <a:prstGeom prst="rect">
            <a:avLst/>
          </a:prstGeom>
        </p:spPr>
      </p:pic>
      <p:pic>
        <p:nvPicPr>
          <p:cNvPr id="13" name="Immagine 12" descr="Immagine che contiene schermata, Elementi grafici, clipart, grafica&#10;&#10;Il contenuto generato dall'IA potrebbe non essere corretto.">
            <a:extLst>
              <a:ext uri="{FF2B5EF4-FFF2-40B4-BE49-F238E27FC236}">
                <a16:creationId xmlns:a16="http://schemas.microsoft.com/office/drawing/2014/main" id="{28BB9157-6CEA-14F8-8270-951B7FF0E6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515" y="2123814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4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FB481-03BE-D74F-DBA2-64011AA5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Introduzione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4D7244-8342-0E36-6B63-C5899D6E1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800"/>
            <a:ext cx="10488706" cy="3139306"/>
          </a:xfrm>
        </p:spPr>
        <p:txBody>
          <a:bodyPr/>
          <a:lstStyle/>
          <a:p>
            <a:r>
              <a:rPr lang="it-IT">
                <a:solidFill>
                  <a:schemeClr val="tx1"/>
                </a:solidFill>
              </a:rPr>
              <a:t>Lo scopo del progetto è quello di applicare modelli di Deep Learning ai mercati finanziari, al fine di sviluppare un sistema predittivo capace di stimare i rendimenti futuri basandosi sullo storico dei dati passati, estratti dal paniere dei titoli dello </a:t>
            </a:r>
            <a:r>
              <a:rPr lang="it-IT" b="1">
                <a:solidFill>
                  <a:schemeClr val="tx1"/>
                </a:solidFill>
              </a:rPr>
              <a:t>S&amp;P500</a:t>
            </a:r>
            <a:r>
              <a:rPr lang="it-IT">
                <a:solidFill>
                  <a:schemeClr val="tx1"/>
                </a:solidFill>
              </a:rPr>
              <a:t>.</a:t>
            </a:r>
          </a:p>
          <a:p>
            <a:r>
              <a:rPr lang="it-IT">
                <a:solidFill>
                  <a:schemeClr val="tx1"/>
                </a:solidFill>
              </a:rPr>
              <a:t>Paniere di titoli, preso dal mercato </a:t>
            </a:r>
            <a:r>
              <a:rPr lang="it-IT" b="1">
                <a:solidFill>
                  <a:schemeClr val="tx1"/>
                </a:solidFill>
              </a:rPr>
              <a:t>S&amp;P500,</a:t>
            </a:r>
            <a:r>
              <a:rPr lang="it-IT">
                <a:solidFill>
                  <a:schemeClr val="tx1"/>
                </a:solidFill>
              </a:rPr>
              <a:t> è stato composto selezionando aziende leader a grande capitalizzazione, diversificate tra i principali settori dell'economia statunitense.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025A0C-94ED-4549-8F5B-B7C6A8A1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3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65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14D82-4B18-ADFF-1DB9-C5F30FC4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8D67BE-EA3F-0341-8DA5-48311124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Introduzione - Metodologia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79C4F8-06E5-83E0-3E47-CBBD2B7BB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800"/>
            <a:ext cx="10488706" cy="2108365"/>
          </a:xfrm>
        </p:spPr>
        <p:txBody>
          <a:bodyPr/>
          <a:lstStyle/>
          <a:p>
            <a:r>
              <a:rPr lang="it-IT">
                <a:solidFill>
                  <a:schemeClr val="tx1"/>
                </a:solidFill>
              </a:rPr>
              <a:t>Nel presente studio si è scelto di utilizzare i rendimenti logaritmici, garantendo le seguenti proprietà: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Additività Temporale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Simmetria Distributiva</a:t>
            </a:r>
          </a:p>
          <a:p>
            <a:r>
              <a:rPr lang="it-IT">
                <a:solidFill>
                  <a:schemeClr val="tx1"/>
                </a:solidFill>
              </a:rPr>
              <a:t>Saranno inoltre sfruttati i rendimenti logaritmici quadrati (Volatilità).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70B338-B7C9-85A1-FBF0-5F5A0EDF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4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33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EEA48-CC86-F28D-D327-1FE831C5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58F995-87F8-7B58-B4F3-9404C91F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Introduzione - Modello ML (LSTM)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4760BC2-3E20-B78A-94EE-A4BC7B541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1"/>
                <a:ext cx="4936501" cy="4766400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solidFill>
                      <a:schemeClr val="tx1"/>
                    </a:solidFill>
                  </a:rPr>
                  <a:t>Gestione a due canali di memoria: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- Cattura Trend e Regimi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 - Cattura reazioni giornaliere</a:t>
                </a:r>
              </a:p>
              <a:p>
                <a:r>
                  <a:rPr lang="it-IT">
                    <a:solidFill>
                      <a:schemeClr val="tx1"/>
                    </a:solidFill>
                  </a:rPr>
                  <a:t>Sistema di controllo a 3 Porte: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Forget Gate: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Elimina rumori e trend esauriti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Input Gate: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Integra nel lungo termine le nuove novità informative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Output Gate: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Emette il segnale predittivo verso lo step successivo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4760BC2-3E20-B78A-94EE-A4BC7B541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1"/>
                <a:ext cx="4936501" cy="4766400"/>
              </a:xfrm>
              <a:blipFill>
                <a:blip r:embed="rId2"/>
                <a:stretch>
                  <a:fillRect l="-1111" t="-1151" r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B2B0D5-4858-AA23-8CA6-CB8EF395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5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6" name="Immagine 5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0AD1D184-A61D-4EC0-3B54-50913C8C2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101" y="1893092"/>
            <a:ext cx="5166723" cy="355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3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1A5B-9A07-5915-4494-E7D58FF6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1DAA49-371C-D5F4-ED7C-6C4573AA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it-IT" b="1"/>
              <a:t>Roadmap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8821F515-E4BB-9259-3136-9EB0BE935F73}"/>
              </a:ext>
            </a:extLst>
          </p:cNvPr>
          <p:cNvGrpSpPr/>
          <p:nvPr/>
        </p:nvGrpSpPr>
        <p:grpSpPr>
          <a:xfrm>
            <a:off x="1930843" y="1943814"/>
            <a:ext cx="8909674" cy="2693373"/>
            <a:chOff x="2181163" y="1943814"/>
            <a:chExt cx="8909674" cy="2693373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38546430-2DD5-2DF4-5F3D-BFCD67DE4D67}"/>
                </a:ext>
              </a:extLst>
            </p:cNvPr>
            <p:cNvGrpSpPr/>
            <p:nvPr/>
          </p:nvGrpSpPr>
          <p:grpSpPr>
            <a:xfrm>
              <a:off x="2181163" y="1943814"/>
              <a:ext cx="2160000" cy="2693373"/>
              <a:chOff x="1390843" y="2196264"/>
              <a:chExt cx="2160000" cy="2693373"/>
            </a:xfrm>
          </p:grpSpPr>
          <p:sp>
            <p:nvSpPr>
              <p:cNvPr id="5" name="Ovale 4">
                <a:extLst>
                  <a:ext uri="{FF2B5EF4-FFF2-40B4-BE49-F238E27FC236}">
                    <a16:creationId xmlns:a16="http://schemas.microsoft.com/office/drawing/2014/main" id="{E733A267-D048-9453-254D-9968C0F8A2C6}"/>
                  </a:ext>
                </a:extLst>
              </p:cNvPr>
              <p:cNvSpPr/>
              <p:nvPr/>
            </p:nvSpPr>
            <p:spPr>
              <a:xfrm>
                <a:off x="1390843" y="2196264"/>
                <a:ext cx="2160000" cy="216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9DC1B30-24F1-2214-5E8A-245C9FFC99E5}"/>
                  </a:ext>
                </a:extLst>
              </p:cNvPr>
              <p:cNvSpPr txBox="1"/>
              <p:nvPr/>
            </p:nvSpPr>
            <p:spPr>
              <a:xfrm>
                <a:off x="1494097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INTRODUZIONE</a:t>
                </a:r>
              </a:p>
            </p:txBody>
          </p:sp>
        </p:grpSp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78D666C4-F5FD-F232-6BB0-2E6EC5033438}"/>
                </a:ext>
              </a:extLst>
            </p:cNvPr>
            <p:cNvGrpSpPr/>
            <p:nvPr/>
          </p:nvGrpSpPr>
          <p:grpSpPr>
            <a:xfrm>
              <a:off x="5555999" y="1943814"/>
              <a:ext cx="2160000" cy="2693373"/>
              <a:chOff x="4225680" y="2196264"/>
              <a:chExt cx="2160000" cy="2693373"/>
            </a:xfrm>
          </p:grpSpPr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AEE4B67D-4067-AB1C-CE6D-37AD0445A6E3}"/>
                  </a:ext>
                </a:extLst>
              </p:cNvPr>
              <p:cNvSpPr txBox="1"/>
              <p:nvPr/>
            </p:nvSpPr>
            <p:spPr>
              <a:xfrm>
                <a:off x="4328934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/>
                  <a:t>MODELLI</a:t>
                </a:r>
              </a:p>
            </p:txBody>
          </p:sp>
          <p:sp>
            <p:nvSpPr>
              <p:cNvPr id="18" name="Ovale 17">
                <a:extLst>
                  <a:ext uri="{FF2B5EF4-FFF2-40B4-BE49-F238E27FC236}">
                    <a16:creationId xmlns:a16="http://schemas.microsoft.com/office/drawing/2014/main" id="{B5B6E096-DE23-B3ED-48E5-6F40A2BBFCB2}"/>
                  </a:ext>
                </a:extLst>
              </p:cNvPr>
              <p:cNvSpPr/>
              <p:nvPr/>
            </p:nvSpPr>
            <p:spPr>
              <a:xfrm>
                <a:off x="4225680" y="2196264"/>
                <a:ext cx="2160000" cy="2160000"/>
              </a:xfrm>
              <a:prstGeom prst="ellipse">
                <a:avLst/>
              </a:prstGeom>
              <a:solidFill>
                <a:srgbClr val="008E44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2D413474-6D6E-F278-C0CD-8099F97A38B6}"/>
                </a:ext>
              </a:extLst>
            </p:cNvPr>
            <p:cNvGrpSpPr/>
            <p:nvPr/>
          </p:nvGrpSpPr>
          <p:grpSpPr>
            <a:xfrm>
              <a:off x="8930837" y="1943814"/>
              <a:ext cx="2160000" cy="2693373"/>
              <a:chOff x="7060517" y="2196264"/>
              <a:chExt cx="2160000" cy="2693373"/>
            </a:xfrm>
          </p:grpSpPr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FA27F3FC-FD21-783D-C272-0E3656466EA1}"/>
                  </a:ext>
                </a:extLst>
              </p:cNvPr>
              <p:cNvSpPr txBox="1"/>
              <p:nvPr/>
            </p:nvSpPr>
            <p:spPr>
              <a:xfrm>
                <a:off x="7163771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CONCLUSIONE</a:t>
                </a:r>
              </a:p>
            </p:txBody>
          </p:sp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D4DC8EB7-41BA-D1F8-2214-38E49B1F4AD9}"/>
                  </a:ext>
                </a:extLst>
              </p:cNvPr>
              <p:cNvSpPr/>
              <p:nvPr/>
            </p:nvSpPr>
            <p:spPr>
              <a:xfrm>
                <a:off x="7060517" y="2196264"/>
                <a:ext cx="2160000" cy="216000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pic>
        <p:nvPicPr>
          <p:cNvPr id="40" name="Immagine 39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33981DA1-897A-EDC2-2D81-9ACBC3AD6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515" y="3563814"/>
            <a:ext cx="540000" cy="540000"/>
          </a:xfrm>
          <a:prstGeom prst="rect">
            <a:avLst/>
          </a:prstGeom>
        </p:spPr>
      </p:pic>
      <p:pic>
        <p:nvPicPr>
          <p:cNvPr id="4" name="Immagine 3" descr="Immagine che contiene schermata, simbol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7878DC51-33E1-ADB0-178B-0B8F3F450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842" y="2303814"/>
            <a:ext cx="1440000" cy="1440000"/>
          </a:xfrm>
          <a:prstGeom prst="rect">
            <a:avLst/>
          </a:prstGeom>
        </p:spPr>
      </p:pic>
      <p:pic>
        <p:nvPicPr>
          <p:cNvPr id="8" name="Immagine 7" descr="Immagine che contiene Elementi grafici, grafica, cerchio, clipart&#10;&#10;Il contenuto generato dall'IA potrebbe non essere corretto.">
            <a:extLst>
              <a:ext uri="{FF2B5EF4-FFF2-40B4-BE49-F238E27FC236}">
                <a16:creationId xmlns:a16="http://schemas.microsoft.com/office/drawing/2014/main" id="{780D9C5B-EBF7-7D6F-930D-38932F43E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678" y="2303814"/>
            <a:ext cx="1440000" cy="1440000"/>
          </a:xfrm>
          <a:prstGeom prst="rect">
            <a:avLst/>
          </a:prstGeom>
        </p:spPr>
      </p:pic>
      <p:pic>
        <p:nvPicPr>
          <p:cNvPr id="13" name="Immagine 12" descr="Immagine che contiene schermata, Elementi grafici, clipart, grafica&#10;&#10;Il contenuto generato dall'IA potrebbe non essere corretto.">
            <a:extLst>
              <a:ext uri="{FF2B5EF4-FFF2-40B4-BE49-F238E27FC236}">
                <a16:creationId xmlns:a16="http://schemas.microsoft.com/office/drawing/2014/main" id="{38F07D7C-4DA0-BD27-054E-77F8CCFEA8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515" y="2123814"/>
            <a:ext cx="1440000" cy="1440000"/>
          </a:xfrm>
          <a:prstGeom prst="rect">
            <a:avLst/>
          </a:prstGeom>
        </p:spPr>
      </p:pic>
      <p:pic>
        <p:nvPicPr>
          <p:cNvPr id="3" name="Immagine 2" descr="Immagine che contiene Carattere, Elementi grafici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FE2DE8D3-3864-B13E-DF2C-EB24A66394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843" y="3429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7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5EC3-33EF-709E-54D7-B419687B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AECAEE-3D87-0F98-2C2A-CB5AAB75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1°Esperimento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EAF58F-5244-7925-EFCB-2DA8DE7C7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800"/>
            <a:ext cx="10488706" cy="5047586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tx1"/>
                </a:solidFill>
              </a:rPr>
              <a:t>Come primo approccio, si è cercato di stimare il rendimento settimanale del titolo </a:t>
            </a:r>
            <a:r>
              <a:rPr lang="it-IT" b="1">
                <a:solidFill>
                  <a:schemeClr val="tx1"/>
                </a:solidFill>
              </a:rPr>
              <a:t>Amazon</a:t>
            </a:r>
            <a:r>
              <a:rPr lang="it-IT">
                <a:solidFill>
                  <a:schemeClr val="tx1"/>
                </a:solidFill>
              </a:rPr>
              <a:t>, sfruttando la storia passata del titolo stesso. </a:t>
            </a:r>
          </a:p>
          <a:p>
            <a:r>
              <a:rPr lang="it-IT">
                <a:solidFill>
                  <a:schemeClr val="tx1"/>
                </a:solidFill>
              </a:rPr>
              <a:t>Architettura Multi-Input &amp; Multi-</a:t>
            </a:r>
            <a:r>
              <a:rPr lang="it-IT" err="1">
                <a:solidFill>
                  <a:schemeClr val="tx1"/>
                </a:solidFill>
              </a:rPr>
              <a:t>Timeframe</a:t>
            </a:r>
            <a:r>
              <a:rPr lang="it-IT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Estrazione Feature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Giornaliero: (20,1) LSTM 64 Unità - Cattura shock e micro-volatilità.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Settimanale: (10,1) LSTM 32 Unità - Isola Momentum e trend ciclici.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Trimestrale: (6,1)  LSTM 16 Unità - Intercetta trend strutturale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Concatenazione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Blocco Decisione &amp; Output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Dense Layer (32 Neuroni, </a:t>
            </a:r>
            <a:r>
              <a:rPr lang="it-IT" err="1">
                <a:solidFill>
                  <a:schemeClr val="tx1"/>
                </a:solidFill>
              </a:rPr>
              <a:t>ReLu</a:t>
            </a:r>
            <a:r>
              <a:rPr lang="it-IT">
                <a:solidFill>
                  <a:schemeClr val="tx1"/>
                </a:solidFill>
              </a:rPr>
              <a:t>) – Mappa le interazioni non lineari tra le 3 componenti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Output Layer (1 Neurone, Lineare) - Regressione del rendimento futuro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Addestramento</a:t>
            </a:r>
          </a:p>
          <a:p>
            <a:pPr lvl="3"/>
            <a:r>
              <a:rPr lang="it-IT">
                <a:solidFill>
                  <a:schemeClr val="tx1"/>
                </a:solidFill>
              </a:rPr>
              <a:t>Ottimizzatore Adam (Learning rate adattivo) + MSE Loss (Penalizzazione quadratica degli shock)</a:t>
            </a:r>
          </a:p>
          <a:p>
            <a:pPr lvl="2"/>
            <a:endParaRPr lang="it-IT">
              <a:solidFill>
                <a:schemeClr val="tx1"/>
              </a:solidFill>
            </a:endParaRPr>
          </a:p>
          <a:p>
            <a:pPr lvl="1"/>
            <a:endParaRPr lang="it-IT">
              <a:solidFill>
                <a:schemeClr val="tx1"/>
              </a:solidFill>
            </a:endParaRPr>
          </a:p>
          <a:p>
            <a:pPr lvl="2"/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A1557E-0E7F-F6BE-85D9-261615F5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7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05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A7F9D4-B99D-B7D5-CA42-2D0044CAC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- Risultati</a:t>
            </a:r>
          </a:p>
        </p:txBody>
      </p:sp>
      <p:pic>
        <p:nvPicPr>
          <p:cNvPr id="6" name="Segnaposto contenuto 5" descr="Immagine che contiene testo, line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CC49551A-3C96-76BF-980B-2BD28B5A9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95" y="1405800"/>
            <a:ext cx="10725410" cy="4971875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5267D9-DA24-3D8F-A9C0-3735D839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8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164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CB3C-4288-560C-466C-D557595A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9A28CE-FCDE-2E26-61ED-D04102EAD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Considerazioni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B669447-DEEC-263D-C472-D8BA93ED9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solidFill>
                      <a:schemeClr val="tx1"/>
                    </a:solidFill>
                  </a:rPr>
                  <a:t>Metriche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48,27%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0.0264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0.0011 </m:t>
                    </m:r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>
                    <a:solidFill>
                      <a:schemeClr val="tx1"/>
                    </a:solidFill>
                  </a:rPr>
                  <a:t>Strategia «</a:t>
                </a:r>
                <a:r>
                  <a:rPr lang="it-IT" err="1">
                    <a:solidFill>
                      <a:schemeClr val="tx1"/>
                    </a:solidFill>
                  </a:rPr>
                  <a:t>Naive</a:t>
                </a:r>
                <a:r>
                  <a:rPr lang="it-IT">
                    <a:solidFill>
                      <a:schemeClr val="tx1"/>
                    </a:solidFill>
                  </a:rPr>
                  <a:t>» del Modello: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La LSTM si limita a replicare il dato di ieri, traslato di 1 giorno </a:t>
                </a:r>
              </a:p>
              <a:p>
                <a:r>
                  <a:rPr lang="it-IT" b="1" u="sng">
                    <a:solidFill>
                      <a:srgbClr val="FF0000"/>
                    </a:solidFill>
                  </a:rPr>
                  <a:t>INUTILITÀ OPERATIVA DEL MODELLO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Copia soltanto il passato</a:t>
                </a:r>
              </a:p>
              <a:p>
                <a:pPr lvl="1"/>
                <a:endParaRPr lang="it-IT">
                  <a:solidFill>
                    <a:schemeClr val="tx1"/>
                  </a:solidFill>
                </a:endParaRPr>
              </a:p>
              <a:p>
                <a:pPr lvl="2"/>
                <a:endParaRPr lang="it-IT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B669447-DEEC-263D-C472-D8BA93ED9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  <a:blipFill>
                <a:blip r:embed="rId2"/>
                <a:stretch>
                  <a:fillRect l="-523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B24ED9-EC97-9172-B2C3-838DB047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9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112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D7D58-9F55-FB5F-C94B-F75F3786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DB4A7F-2184-75E4-B124-4E2139B0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Test </a:t>
            </a:r>
            <a:r>
              <a:rPr lang="it-IT" b="1" err="1"/>
              <a:t>Ljung</a:t>
            </a:r>
            <a:r>
              <a:rPr lang="it-IT" b="1"/>
              <a:t>-Box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864DC9D-BBFD-15A7-7D69-C206899B61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0"/>
                <a:ext cx="10488706" cy="2834506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solidFill>
                      <a:schemeClr val="tx1"/>
                    </a:solidFill>
                  </a:rPr>
                  <a:t>Verifica dell’Autocorrelazione dei Residui</a:t>
                </a:r>
              </a:p>
              <a:p>
                <a:r>
                  <a:rPr lang="it-IT">
                    <a:solidFill>
                      <a:schemeClr val="tx1"/>
                    </a:solidFill>
                  </a:rPr>
                  <a:t>Ipotesi del Test: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Assenza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di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Autocorrelazione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Residui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sono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White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Noise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 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Presenza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di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dipendeza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seriale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Esiste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ancora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memoria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non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catturata</m:t>
                    </m:r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>
                    <a:solidFill>
                      <a:schemeClr val="tx1"/>
                    </a:solidFill>
                  </a:rPr>
                  <a:t>Regola di Decisione: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value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Accetto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 </a:t>
                </a:r>
                <a:r>
                  <a:rPr lang="it-IT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Residui sono White-</a:t>
                </a:r>
                <a:r>
                  <a:rPr lang="it-IT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Noise</a:t>
                </a:r>
                <a:endParaRPr lang="it-IT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value</m:t>
                    </m:r>
                    <m:r>
                      <a:rPr lang="it-IT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it-IT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Rigetto</m:t>
                    </m:r>
                    <m:r>
                      <a:rPr lang="it-IT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it-IT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 </a:t>
                </a:r>
                <a:r>
                  <a:rPr lang="it-IT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Autocorrelazione presente</a:t>
                </a:r>
                <a:endParaRPr lang="it-IT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864DC9D-BBFD-15A7-7D69-C206899B6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0"/>
                <a:ext cx="10488706" cy="2834506"/>
              </a:xfrm>
              <a:blipFill>
                <a:blip r:embed="rId2"/>
                <a:stretch>
                  <a:fillRect l="-523" t="-1935" b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63F44D-D6F6-6B48-3305-DE2B363E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10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6" name="Immagine 5" descr="Immagine che contiene testo, schermata, Carattere, ricevuta&#10;&#10;Il contenuto generato dall'IA potrebbe non essere corretto.">
            <a:extLst>
              <a:ext uri="{FF2B5EF4-FFF2-40B4-BE49-F238E27FC236}">
                <a16:creationId xmlns:a16="http://schemas.microsoft.com/office/drawing/2014/main" id="{7C63EFDC-F9BA-8379-DA1F-85E99B007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898" y="4240306"/>
            <a:ext cx="7589770" cy="242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036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6FAD6-93EB-A78D-3920-96EFAC9A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158373-A875-8D84-44B8-A8331B0D8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2°Esperimento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D6111E-3AE2-03DF-089B-B6F728CF6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800"/>
            <a:ext cx="10488706" cy="2180082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tx1"/>
                </a:solidFill>
              </a:rPr>
              <a:t>Il successivo esperimento verte infatti sull'esecuzione del medesimo task predittivo, fornendo però alla rete neurale una base dati estesa che include le serie storiche di tutti e sette i titoli azionari del paniere. </a:t>
            </a:r>
          </a:p>
          <a:p>
            <a:r>
              <a:rPr lang="it-IT">
                <a:solidFill>
                  <a:schemeClr val="tx1"/>
                </a:solidFill>
              </a:rPr>
              <a:t>Architettura Multi-Input &amp; Multi-</a:t>
            </a:r>
            <a:r>
              <a:rPr lang="it-IT" err="1">
                <a:solidFill>
                  <a:schemeClr val="tx1"/>
                </a:solidFill>
              </a:rPr>
              <a:t>Timeframe</a:t>
            </a:r>
            <a:r>
              <a:rPr lang="it-IT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Medesimo modello a meno di ottimizzazioni (Contrasto all’</a:t>
            </a:r>
            <a:r>
              <a:rPr lang="it-IT" err="1">
                <a:solidFill>
                  <a:schemeClr val="tx1"/>
                </a:solidFill>
              </a:rPr>
              <a:t>Overfitting</a:t>
            </a:r>
            <a:r>
              <a:rPr lang="it-IT">
                <a:solidFill>
                  <a:schemeClr val="tx1"/>
                </a:solidFill>
              </a:rPr>
              <a:t>)</a:t>
            </a:r>
          </a:p>
          <a:p>
            <a:pPr lvl="1"/>
            <a:endParaRPr lang="it-IT">
              <a:solidFill>
                <a:schemeClr val="tx1"/>
              </a:solidFill>
            </a:endParaRPr>
          </a:p>
          <a:p>
            <a:pPr lvl="2"/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D16DAB-3372-ACA7-D98D-F829C687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11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272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FB84-6C09-4613-4A05-C5178F3C7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B46A41-B90F-A728-6C51-5EB766F1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- Risultati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238D4F-632D-EFA0-36F6-176F3159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12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8" name="Segnaposto contenuto 7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654A0B8-0FB7-B2E1-3CE3-1EA901C3E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23" y="1405800"/>
            <a:ext cx="10772154" cy="4993544"/>
          </a:xfrm>
        </p:spPr>
      </p:pic>
    </p:spTree>
    <p:extLst>
      <p:ext uri="{BB962C8B-B14F-4D97-AF65-F5344CB8AC3E}">
        <p14:creationId xmlns:p14="http://schemas.microsoft.com/office/powerpoint/2010/main" val="703738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6ACF8-4EAF-4D43-A380-C97E2AA5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C577DA-B238-5E70-EA3D-90778435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Considerazioni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91C9B74-1DEA-1400-2284-C3F7B3D19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solidFill>
                      <a:schemeClr val="tx1"/>
                    </a:solidFill>
                  </a:rPr>
                  <a:t>Metriche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2.98%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0.034927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0.002066 </m:t>
                    </m:r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>
                    <a:solidFill>
                      <a:schemeClr val="tx1"/>
                    </a:solidFill>
                  </a:rPr>
                  <a:t>Interpretazione Econometrica &amp; Teorica: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Proprietà Martingala: I prezzi scontati incorporano già l’informazione passata (grazie al concetto di filtrazione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 )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Comportamento dell’Algoritmo: Per minimizzare l’MSE in assenza di segnale, la rete converge verso la </a:t>
                </a:r>
                <a:r>
                  <a:rPr lang="it-IT" b="1">
                    <a:solidFill>
                      <a:schemeClr val="tx1"/>
                    </a:solidFill>
                  </a:rPr>
                  <a:t>Speranza Condizionata banale </a:t>
                </a:r>
                <a:r>
                  <a:rPr lang="it-IT">
                    <a:solidFill>
                      <a:schemeClr val="tx1"/>
                    </a:solidFill>
                  </a:rPr>
                  <a:t>(Media storica) </a:t>
                </a:r>
              </a:p>
              <a:p>
                <a:r>
                  <a:rPr lang="it-IT">
                    <a:solidFill>
                      <a:schemeClr val="tx1"/>
                    </a:solidFill>
                  </a:rPr>
                  <a:t>Conclusioni Scientifiche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La «linea piatta» non è un errore informatico, ma la prova matematica dell’assenza di arbitraggio sui prezzi storici</a:t>
                </a:r>
              </a:p>
              <a:p>
                <a:pPr lvl="1"/>
                <a:endParaRPr lang="it-IT">
                  <a:solidFill>
                    <a:schemeClr val="tx1"/>
                  </a:solidFill>
                </a:endParaRPr>
              </a:p>
              <a:p>
                <a:pPr lvl="2"/>
                <a:endParaRPr lang="it-IT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91C9B74-1DEA-1400-2284-C3F7B3D19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  <a:blipFill>
                <a:blip r:embed="rId2"/>
                <a:stretch>
                  <a:fillRect l="-523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AFAB55-C019-40E8-7FC7-C32004D8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13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705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FFE0-D28F-CF48-29E5-E821AC53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7B8617-0349-C3BB-D7BB-768838CA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Test </a:t>
            </a:r>
            <a:r>
              <a:rPr lang="it-IT" b="1" err="1"/>
              <a:t>Ljung</a:t>
            </a:r>
            <a:r>
              <a:rPr lang="it-IT" b="1"/>
              <a:t>-Box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4A6FA1-F919-9513-49C6-9EDF6B5F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14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9" name="Immagine 8" descr="Immagine che contiene testo, schermata, Carattere, ricevuta&#10;&#10;Il contenuto generato dall'IA potrebbe non essere corretto.">
            <a:extLst>
              <a:ext uri="{FF2B5EF4-FFF2-40B4-BE49-F238E27FC236}">
                <a16:creationId xmlns:a16="http://schemas.microsoft.com/office/drawing/2014/main" id="{E21BE631-D136-67A9-A567-D913F63C0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94" y="1750078"/>
            <a:ext cx="10320812" cy="335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73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75C4-81E3-8265-236D-386649CF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8183A5-F5BC-4B10-4EE2-600FCE76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3°Esperimento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B7506E-6BF6-A1FE-498B-64B902943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799"/>
            <a:ext cx="10488706" cy="40895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>
                <a:solidFill>
                  <a:schemeClr val="tx1"/>
                </a:solidFill>
              </a:rPr>
              <a:t>Il limite degli approcci tradizionali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Le strategie direzionali sui prezzi passati falliscono</a:t>
            </a:r>
          </a:p>
          <a:p>
            <a:r>
              <a:rPr lang="it-IT">
                <a:solidFill>
                  <a:schemeClr val="tx1"/>
                </a:solidFill>
              </a:rPr>
              <a:t>Il pivot metodologico</a:t>
            </a:r>
          </a:p>
          <a:p>
            <a:pPr lvl="1" indent="-383540"/>
            <a:r>
              <a:rPr lang="it-IT">
                <a:solidFill>
                  <a:schemeClr val="tx1"/>
                </a:solidFill>
              </a:rPr>
              <a:t>Passiamo dalla stima dei rendimenti, alla stima della volatilità</a:t>
            </a:r>
          </a:p>
          <a:p>
            <a:r>
              <a:rPr lang="it-IT">
                <a:solidFill>
                  <a:schemeClr val="tx1"/>
                </a:solidFill>
              </a:rPr>
              <a:t>Architettura della rete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Stessa architettura, adattamenti al nuovo caso di studio</a:t>
            </a:r>
          </a:p>
          <a:p>
            <a:r>
              <a:rPr lang="it-IT">
                <a:solidFill>
                  <a:schemeClr val="tx1"/>
                </a:solidFill>
              </a:rPr>
              <a:t>Dataset &amp; Scopo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Stesso paniere dei sette titoli di mercato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Obiettivo: Modellare i regimi di rischio e la persistenza degli shock</a:t>
            </a:r>
          </a:p>
          <a:p>
            <a:pPr lvl="1"/>
            <a:endParaRPr lang="it-IT">
              <a:solidFill>
                <a:schemeClr val="tx1"/>
              </a:solidFill>
            </a:endParaRPr>
          </a:p>
          <a:p>
            <a:pPr lvl="2"/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9E13F4-05F4-E315-5200-2DC836CF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15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691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66BA-C300-774C-1B41-B448697A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053E1-E2B0-E322-7A00-CC2C1614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- Risultati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136642-F6AE-04FC-CB21-AFE4C011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16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7" name="Segnaposto contenuto 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152044D-A169-8DC0-3C6C-F75AAB259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78" y="1405800"/>
            <a:ext cx="10830843" cy="4927777"/>
          </a:xfrm>
        </p:spPr>
      </p:pic>
    </p:spTree>
    <p:extLst>
      <p:ext uri="{BB962C8B-B14F-4D97-AF65-F5344CB8AC3E}">
        <p14:creationId xmlns:p14="http://schemas.microsoft.com/office/powerpoint/2010/main" val="4018414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D380-CB73-E522-8CD3-F6A1A89E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329970-81A7-7B84-16DD-F34BA2E0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Considerazioni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8DFB2EB-7C51-E577-7083-A649745F7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solidFill>
                      <a:schemeClr val="tx1"/>
                    </a:solidFill>
                  </a:rPr>
                  <a:t>Metriche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2.95%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0.002043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0.000015 </m:t>
                    </m:r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>
                    <a:solidFill>
                      <a:schemeClr val="tx1"/>
                    </a:solidFill>
                  </a:rPr>
                  <a:t>Interpretazione Econometrica &amp; Teorica: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Rapporto Segnale/Rumore insufficiente: 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La trasformazione quadratica non basta sul singolo titolo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Comportamento dell’Algoritmo: 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La LSTM rigetta il set informativo e converge sulla media storica</a:t>
                </a:r>
              </a:p>
              <a:p>
                <a:r>
                  <a:rPr lang="it-IT">
                    <a:solidFill>
                      <a:schemeClr val="tx1"/>
                    </a:solidFill>
                  </a:rPr>
                  <a:t>Conclusioni Scientifiche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I dati di prezzo azionari cross-asset non contengono segnale sufficiente per prevedere lo shock specifico di un singolo titolo</a:t>
                </a:r>
              </a:p>
              <a:p>
                <a:pPr lvl="1"/>
                <a:endParaRPr lang="it-IT">
                  <a:solidFill>
                    <a:schemeClr val="tx1"/>
                  </a:solidFill>
                </a:endParaRPr>
              </a:p>
              <a:p>
                <a:pPr lvl="2"/>
                <a:endParaRPr lang="it-IT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8DFB2EB-7C51-E577-7083-A649745F7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  <a:blipFill>
                <a:blip r:embed="rId2"/>
                <a:stretch>
                  <a:fillRect l="-523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47D431-16D7-462F-B07F-0CB54349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17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857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8B5F4-1743-6ADB-D4A5-3DE905D98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9012AD-541F-6A0C-2D82-2649D62C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Test </a:t>
            </a:r>
            <a:r>
              <a:rPr lang="it-IT" b="1" err="1"/>
              <a:t>Ljung</a:t>
            </a:r>
            <a:r>
              <a:rPr lang="it-IT" b="1"/>
              <a:t>-Box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B8D7DA-38A8-57B3-42EE-B344B46E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18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5" name="Immagine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5B8D6C4-B676-6572-E06C-6235D6BF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98" y="1755000"/>
            <a:ext cx="10133804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3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F855D-F06A-2D00-5B3B-FE3C94F2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7764DB-513B-43CB-5A39-1D73DF2C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Considerazioni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714573-8228-A6FA-272E-3DFBCCE8F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800"/>
            <a:ext cx="10488706" cy="5047586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tx1"/>
                </a:solidFill>
              </a:rPr>
              <a:t>Fallimento sulla volatilità puntuale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L’uso delle LSTM per la stima della varianza del singolo asset ha mostrato i limiti dei modelli predittivi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I rendimenti a breve termine sono dominati da </a:t>
            </a:r>
            <a:r>
              <a:rPr lang="it-IT" b="1">
                <a:solidFill>
                  <a:schemeClr val="tx1"/>
                </a:solidFill>
              </a:rPr>
              <a:t>shock esogeni e rumore stocastico</a:t>
            </a:r>
          </a:p>
          <a:p>
            <a:r>
              <a:rPr lang="it-IT">
                <a:solidFill>
                  <a:schemeClr val="tx1"/>
                </a:solidFill>
              </a:rPr>
              <a:t>Verdetti Test </a:t>
            </a:r>
            <a:r>
              <a:rPr lang="it-IT" err="1">
                <a:solidFill>
                  <a:schemeClr val="tx1"/>
                </a:solidFill>
              </a:rPr>
              <a:t>Ljung</a:t>
            </a:r>
            <a:r>
              <a:rPr lang="it-IT">
                <a:solidFill>
                  <a:schemeClr val="tx1"/>
                </a:solidFill>
              </a:rPr>
              <a:t>-Box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Di fronte al rumore, la rete reagisce con due comportamenti: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Stimatori ingenui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Collasso statistico: La traiettoria predittiva si appiattisce sulla media storica</a:t>
            </a:r>
          </a:p>
          <a:p>
            <a:r>
              <a:rPr lang="it-IT">
                <a:solidFill>
                  <a:schemeClr val="tx1"/>
                </a:solidFill>
              </a:rPr>
              <a:t>Conclusioni Scientifiche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Gli shock di un singolo titolo sono casuali e non codificabili ex-ante dall'algoritmo basandosi solo sullo storico</a:t>
            </a:r>
          </a:p>
          <a:p>
            <a:pPr lvl="2"/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1C6172-18C8-C453-0611-55B0EC74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19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301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C5A48-B883-23BE-3DAE-A370DFB8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FD561C-F94E-58FF-C827-9AC74FFA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4°Esperimento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82D29-333E-4BFC-7864-01C4600DA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799"/>
            <a:ext cx="10488706" cy="4089565"/>
          </a:xfrm>
        </p:spPr>
        <p:txBody>
          <a:bodyPr>
            <a:normAutofit fontScale="92500" lnSpcReduction="10000"/>
          </a:bodyPr>
          <a:lstStyle/>
          <a:p>
            <a:r>
              <a:rPr lang="it-IT">
                <a:solidFill>
                  <a:schemeClr val="tx1"/>
                </a:solidFill>
              </a:rPr>
              <a:t>Benchmark &amp; Target (SXR8.DE)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ETF SXR8.DE, titolo che replica mercato S&amp;P500</a:t>
            </a:r>
          </a:p>
          <a:p>
            <a:pPr lvl="1"/>
            <a:r>
              <a:rPr lang="it-IT">
                <a:solidFill>
                  <a:srgbClr val="0070C0"/>
                </a:solidFill>
              </a:rPr>
              <a:t>Obiettivo: Modellizzare e stimare la volatilità futura dell’indice</a:t>
            </a:r>
          </a:p>
          <a:p>
            <a:r>
              <a:rPr lang="it-IT">
                <a:solidFill>
                  <a:schemeClr val="tx1"/>
                </a:solidFill>
              </a:rPr>
              <a:t>Inserimento variabile esogena: Il VIX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Limiti dei modelli endogeni: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I rendimenti passati offrono solo una visione retrospettiva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Il VIX: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Misura la volatilità implicita a 30 giorni. Incorpora le aspettative reali e il sentiment del mercato</a:t>
            </a:r>
          </a:p>
          <a:p>
            <a:r>
              <a:rPr lang="it-IT">
                <a:solidFill>
                  <a:schemeClr val="tx1"/>
                </a:solidFill>
              </a:rPr>
              <a:t>Architettura della rete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Adattamenti al nuovo caso di studio (Sfruttato reti LSTM)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Input Combinato:</a:t>
            </a:r>
          </a:p>
          <a:p>
            <a:pPr lvl="2"/>
            <a:r>
              <a:rPr lang="it-IT">
                <a:solidFill>
                  <a:schemeClr val="tx1"/>
                </a:solidFill>
              </a:rPr>
              <a:t>Serie endogena (SXR8.DE) + Serie esogena (VIX)</a:t>
            </a:r>
          </a:p>
          <a:p>
            <a:pPr lvl="1"/>
            <a:endParaRPr lang="it-IT">
              <a:solidFill>
                <a:schemeClr val="tx1"/>
              </a:solidFill>
            </a:endParaRPr>
          </a:p>
          <a:p>
            <a:pPr lvl="2"/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F61E60-36EF-20BA-B1BB-79751B11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20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268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2BABA-720C-F938-5406-096DEB44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EE022-6DF5-84B8-A1B4-FE518C3F9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- Risultati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27DDD7-1ED8-B215-90AC-0B556ED3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21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8" name="Segnaposto contenuto 7" descr="Immagine che contiene testo, calligrafi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6BB6C12-0BFC-0502-B386-BE7ECFBCE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350" y="1405800"/>
            <a:ext cx="8171300" cy="5308251"/>
          </a:xfrm>
        </p:spPr>
      </p:pic>
    </p:spTree>
    <p:extLst>
      <p:ext uri="{BB962C8B-B14F-4D97-AF65-F5344CB8AC3E}">
        <p14:creationId xmlns:p14="http://schemas.microsoft.com/office/powerpoint/2010/main" val="116669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CDDD-A237-D8E4-CD26-322DC2A3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76E39B-17FC-B5D4-1289-013638B87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Considerazioni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A481F-F5E8-D885-84F8-B3F722318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solidFill>
                      <a:schemeClr val="tx1"/>
                    </a:solidFill>
                  </a:rPr>
                  <a:t>Metriche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10.92%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0.00272 |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0.000000 </m:t>
                    </m:r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>
                    <a:solidFill>
                      <a:schemeClr val="tx1"/>
                    </a:solidFill>
                  </a:rPr>
                  <a:t>Comportamento del modello: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La LSTM filtra i picchi isolati stocastici della volatilità reale per tracciare la morfologia del regime di rischio. La rete modella la tendenza di regime.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Valore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10.92%</m:t>
                    </m:r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 (Significatività Statistica):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Dimostra che la rete (LSTM + VIX) estrae un segnale strutturato. 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Valore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MAE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2.72 ∙ </m:t>
                    </m:r>
                    <m:sSup>
                      <m:s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 (Precisione Globale):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Contenimento dell’errore assoluto e stabilità predittiva sull’intero periodo testato.</a:t>
                </a:r>
              </a:p>
              <a:p>
                <a:pPr lvl="2"/>
                <a:endParaRPr lang="it-IT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C6A481F-F5E8-D885-84F8-B3F722318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0"/>
                <a:ext cx="10488706" cy="5047586"/>
              </a:xfrm>
              <a:blipFill>
                <a:blip r:embed="rId2"/>
                <a:stretch>
                  <a:fillRect l="-523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F8CA04-EFF9-820E-A418-48562B21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7D1DC9-3B65-4EB2-AAA2-4BCA5EE1B4AB}" type="slidenum">
              <a:rPr kumimoji="0" lang="it-IT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425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AB7E-3383-D286-AC6B-DBCF2D6B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590519-8E19-5D7D-7499-AA52783F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ACF e PACF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C83A14-0976-6A97-0765-5DC1825A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23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7" name="Segnaposto contenuto 6" descr="Immagine che contiene testo, linea, numero, diagramma&#10;&#10;Il contenuto generato dall'IA potrebbe non essere corretto.">
            <a:extLst>
              <a:ext uri="{FF2B5EF4-FFF2-40B4-BE49-F238E27FC236}">
                <a16:creationId xmlns:a16="http://schemas.microsoft.com/office/drawing/2014/main" id="{8C884241-7EC2-BC09-DFCD-24110C1F6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23" y="1777932"/>
            <a:ext cx="10426354" cy="3302135"/>
          </a:xfrm>
        </p:spPr>
      </p:pic>
    </p:spTree>
    <p:extLst>
      <p:ext uri="{BB962C8B-B14F-4D97-AF65-F5344CB8AC3E}">
        <p14:creationId xmlns:p14="http://schemas.microsoft.com/office/powerpoint/2010/main" val="1382218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BF1C2-7E92-7F47-5F51-29B53104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172A9-5633-663C-77F1-E718C0C5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ACF e PACF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9345D6-73EF-BE28-46C1-C5D4A7D1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24</a:t>
            </a:fld>
            <a:endParaRPr lang="it-IT" sz="1800">
              <a:solidFill>
                <a:schemeClr val="tx1"/>
              </a:solidFill>
            </a:endParaRP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813C0E1-CE19-4EC9-FE19-3CE3DE2D7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800"/>
            <a:ext cx="9601200" cy="3581400"/>
          </a:xfrm>
        </p:spPr>
        <p:txBody>
          <a:bodyPr/>
          <a:lstStyle/>
          <a:p>
            <a:r>
              <a:rPr lang="it-IT">
                <a:solidFill>
                  <a:schemeClr val="tx1"/>
                </a:solidFill>
              </a:rPr>
              <a:t>Comportamento dei residui (ACF/PACF)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Autocorrelazione residua significativa sono nei primissimi step (Lag 1 e 2), con rapido decadimento a zero dal Lag 3 in poi.</a:t>
            </a:r>
          </a:p>
          <a:p>
            <a:r>
              <a:rPr lang="it-IT">
                <a:solidFill>
                  <a:schemeClr val="tx1"/>
                </a:solidFill>
              </a:rPr>
              <a:t>Causa Economica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L’effetto </a:t>
            </a:r>
            <a:r>
              <a:rPr lang="it-IT" err="1">
                <a:solidFill>
                  <a:schemeClr val="tx1"/>
                </a:solidFill>
              </a:rPr>
              <a:t>smoothing</a:t>
            </a:r>
            <a:r>
              <a:rPr lang="it-IT">
                <a:solidFill>
                  <a:schemeClr val="tx1"/>
                </a:solidFill>
              </a:rPr>
              <a:t> della LSTM privilegia il trend di regime della volatilità, lasciando un’inerzia marginale del giorno precedente nel termine d’errore.</a:t>
            </a:r>
          </a:p>
          <a:p>
            <a:r>
              <a:rPr lang="it-IT">
                <a:solidFill>
                  <a:schemeClr val="tx1"/>
                </a:solidFill>
              </a:rPr>
              <a:t>Verdetto Diagnostico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L’architettura Multi-Input (SXR8.DE + VIX) ha drenato la struttura informativa del medio-lungo termine, portando i residui vicini al White-</a:t>
            </a:r>
            <a:r>
              <a:rPr lang="it-IT" err="1">
                <a:solidFill>
                  <a:schemeClr val="tx1"/>
                </a:solidFill>
              </a:rPr>
              <a:t>Noise</a:t>
            </a:r>
            <a:r>
              <a:rPr lang="it-IT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9102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093BB-50B3-4719-870D-3AB733A6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5CC077-0D50-2D17-FA18-CC94CE9E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Test </a:t>
            </a:r>
            <a:r>
              <a:rPr lang="it-IT" b="1" err="1"/>
              <a:t>Ljung</a:t>
            </a:r>
            <a:r>
              <a:rPr lang="it-IT" b="1"/>
              <a:t>-Box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7A0636-E5B6-53BB-E007-D6E4FFEE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25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6" name="Immagine 5" descr="Immagine che contiene testo, ricevuta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97917676-79C6-7751-5A00-40C6E830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1" y="2308602"/>
            <a:ext cx="10609697" cy="2744650"/>
          </a:xfrm>
          <a:prstGeom prst="rect">
            <a:avLst/>
          </a:prstGeom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44B7B267-DF27-5CE6-C544-BA6595249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43122"/>
            <a:ext cx="9601200" cy="720000"/>
          </a:xfrm>
        </p:spPr>
        <p:txBody>
          <a:bodyPr/>
          <a:lstStyle/>
          <a:p>
            <a:r>
              <a:rPr lang="it-IT">
                <a:solidFill>
                  <a:schemeClr val="tx1"/>
                </a:solidFill>
              </a:rPr>
              <a:t>Il Test di </a:t>
            </a:r>
            <a:r>
              <a:rPr lang="it-IT" err="1">
                <a:solidFill>
                  <a:schemeClr val="tx1"/>
                </a:solidFill>
              </a:rPr>
              <a:t>Ljung</a:t>
            </a:r>
            <a:r>
              <a:rPr lang="it-IT">
                <a:solidFill>
                  <a:schemeClr val="tx1"/>
                </a:solidFill>
              </a:rPr>
              <a:t>-Box offre la prova numerica che il modello non ha ancora esaurito l’intera componente predittiva lineare.</a:t>
            </a:r>
          </a:p>
        </p:txBody>
      </p:sp>
    </p:spTree>
    <p:extLst>
      <p:ext uri="{BB962C8B-B14F-4D97-AF65-F5344CB8AC3E}">
        <p14:creationId xmlns:p14="http://schemas.microsoft.com/office/powerpoint/2010/main" val="2177146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C40D-EC81-54A7-C445-C144BB0C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F3416-7DC3-5DB2-9374-0B8ED0775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Cross - Correlazione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ACF404-E28D-14BB-6D11-7707B4B8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26</a:t>
            </a:fld>
            <a:endParaRPr lang="it-IT" sz="1800">
              <a:solidFill>
                <a:schemeClr val="tx1"/>
              </a:solidFill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361B0A4E-5730-7EFE-E92A-B3C7CCBFF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43122"/>
            <a:ext cx="9601200" cy="1273184"/>
          </a:xfrm>
        </p:spPr>
        <p:txBody>
          <a:bodyPr>
            <a:normAutofit fontScale="92500"/>
          </a:bodyPr>
          <a:lstStyle/>
          <a:p>
            <a:r>
              <a:rPr lang="it-IT">
                <a:solidFill>
                  <a:schemeClr val="tx1"/>
                </a:solidFill>
              </a:rPr>
              <a:t>L'obiettivo metodologico della CCF è verificare se la rete soffra di un </a:t>
            </a:r>
            <a:r>
              <a:rPr lang="it-IT" b="1">
                <a:solidFill>
                  <a:schemeClr val="tx1"/>
                </a:solidFill>
              </a:rPr>
              <a:t>effetto traslazione (time-lag/ritardo di fase).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 un problema comune nei modelli predittivi che tendono a "inseguire" l'andamento del mercato replicando la volatilità del giorno precedente anziché anticiparla.</a:t>
            </a:r>
          </a:p>
        </p:txBody>
      </p:sp>
      <p:pic>
        <p:nvPicPr>
          <p:cNvPr id="5" name="Immagine 4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E3D4820C-6A23-2C40-F9C3-7EB22EFBF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248" y="2883074"/>
            <a:ext cx="7587503" cy="392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22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E4D01-1EF3-AC64-6027-784BA6AB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3BE179-0CA6-4F50-CFD7-AD8B9E60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Cross - Correlazione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F86068-8126-F333-72B9-031B0647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27</a:t>
            </a:fld>
            <a:endParaRPr lang="it-IT" sz="1800">
              <a:solidFill>
                <a:schemeClr val="tx1"/>
              </a:solidFill>
            </a:endParaRP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474A280C-7667-445B-B194-048B9DDF8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05800"/>
            <a:ext cx="9601200" cy="3581400"/>
          </a:xfrm>
        </p:spPr>
        <p:txBody>
          <a:bodyPr>
            <a:normAutofit fontScale="85000" lnSpcReduction="10000"/>
          </a:bodyPr>
          <a:lstStyle/>
          <a:p>
            <a:r>
              <a:rPr lang="it-IT">
                <a:solidFill>
                  <a:schemeClr val="tx1"/>
                </a:solidFill>
              </a:rPr>
              <a:t>Analisi Empiriche sui Lag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Lag Contemporaneo (k = 0): Correlazione significativa. Aggancio immediato dello shock</a:t>
            </a:r>
          </a:p>
          <a:p>
            <a:pPr lvl="1"/>
            <a:r>
              <a:rPr lang="it-IT">
                <a:solidFill>
                  <a:schemeClr val="tx1"/>
                </a:solidFill>
              </a:rPr>
              <a:t>Picco Massimo al Lag +4: Correlazione massima. La predizione al tempo t anticipa la volatilità reale dei 4 giorni successivi.</a:t>
            </a:r>
          </a:p>
          <a:p>
            <a:r>
              <a:rPr lang="it-IT">
                <a:solidFill>
                  <a:schemeClr val="tx1"/>
                </a:solidFill>
              </a:rPr>
              <a:t>Osservazioni sul risultato</a:t>
            </a:r>
          </a:p>
          <a:p>
            <a:pPr lvl="1"/>
            <a:r>
              <a:rPr lang="it-IT" b="1">
                <a:solidFill>
                  <a:schemeClr val="tx1"/>
                </a:solidFill>
              </a:rPr>
              <a:t>Persistenza dello shock: </a:t>
            </a:r>
            <a:r>
              <a:rPr lang="it-IT">
                <a:solidFill>
                  <a:schemeClr val="tx1"/>
                </a:solidFill>
              </a:rPr>
              <a:t>La rete modella la scia di instabilità settimanale, non il singolo spike stocastico.</a:t>
            </a:r>
          </a:p>
          <a:p>
            <a:pPr lvl="1"/>
            <a:r>
              <a:rPr lang="it-IT" b="1">
                <a:solidFill>
                  <a:schemeClr val="tx1"/>
                </a:solidFill>
              </a:rPr>
              <a:t>Spinta del VIX: </a:t>
            </a:r>
            <a:r>
              <a:rPr lang="it-IT">
                <a:solidFill>
                  <a:schemeClr val="tx1"/>
                </a:solidFill>
              </a:rPr>
              <a:t>La variabile esogena trasferisce al modello le aspettative del mercato a 30 giorni.</a:t>
            </a:r>
          </a:p>
          <a:p>
            <a:r>
              <a:rPr lang="it-IT">
                <a:solidFill>
                  <a:schemeClr val="tx1"/>
                </a:solidFill>
              </a:rPr>
              <a:t>Verdetto Diagnostico</a:t>
            </a:r>
          </a:p>
          <a:p>
            <a:pPr lvl="1"/>
            <a:r>
              <a:rPr lang="it-IT" b="1">
                <a:solidFill>
                  <a:schemeClr val="tx1"/>
                </a:solidFill>
              </a:rPr>
              <a:t>La rete genera una Predizione di Regime: </a:t>
            </a:r>
            <a:r>
              <a:rPr lang="it-IT">
                <a:solidFill>
                  <a:schemeClr val="tx1"/>
                </a:solidFill>
              </a:rPr>
              <a:t>Quantifica con successo morfologia, intensità e durata dello stress finanziario a 4 giorni.</a:t>
            </a:r>
            <a:endParaRPr lang="it-IT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162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E6167-176C-225A-B266-90A2BCAB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852E21-F403-C4DE-E747-F8478201A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Modello GARCH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2BDB47B-678F-F4B5-42AE-4FEB591CA0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799"/>
                <a:ext cx="10488706" cy="4089565"/>
              </a:xfrm>
            </p:spPr>
            <p:txBody>
              <a:bodyPr>
                <a:normAutofit/>
              </a:bodyPr>
              <a:lstStyle/>
              <a:p>
                <a:r>
                  <a:rPr lang="it-IT">
                    <a:solidFill>
                      <a:schemeClr val="tx1"/>
                    </a:solidFill>
                  </a:rPr>
                  <a:t>Modello GARCH(1,1) (Formulazione Matematica):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Sup>
                      <m:sSub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Sup>
                      <m:sSub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it-IT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ARCH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):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Reattivit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à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agli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shock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brevissimo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termine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sSubSup>
                      <m:sSub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GARCH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):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Persistenza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della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volatilit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à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nel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tempo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Stazionariet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à: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&lt; 1</m:t>
                    </m:r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>
                    <a:solidFill>
                      <a:srgbClr val="0070C0"/>
                    </a:solidFill>
                  </a:rPr>
                  <a:t>Obiettivo: </a:t>
                </a:r>
              </a:p>
              <a:p>
                <a:pPr lvl="1"/>
                <a:r>
                  <a:rPr lang="it-IT">
                    <a:solidFill>
                      <a:srgbClr val="0070C0"/>
                    </a:solidFill>
                  </a:rPr>
                  <a:t>Fissare un benchmark econometrico solido per misurare quanta informazione del VIX è spiegata dalla sola memoria storica.</a:t>
                </a:r>
              </a:p>
              <a:p>
                <a:pPr lvl="1"/>
                <a:r>
                  <a:rPr lang="it-IT">
                    <a:solidFill>
                      <a:srgbClr val="0070C0"/>
                    </a:solidFill>
                  </a:rPr>
                  <a:t>Valutare se l'architettura </a:t>
                </a:r>
                <a:r>
                  <a:rPr lang="it-IT" b="1">
                    <a:solidFill>
                      <a:srgbClr val="0070C0"/>
                    </a:solidFill>
                  </a:rPr>
                  <a:t>LSTM</a:t>
                </a:r>
                <a:r>
                  <a:rPr lang="it-IT">
                    <a:solidFill>
                      <a:srgbClr val="0070C0"/>
                    </a:solidFill>
                  </a:rPr>
                  <a:t> sia in grado di superare il classico standard econometrico nella sintesi tra memoria passata e sentiment futuro.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2BDB47B-678F-F4B5-42AE-4FEB591CA0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799"/>
                <a:ext cx="10488706" cy="4089565"/>
              </a:xfrm>
              <a:blipFill>
                <a:blip r:embed="rId2"/>
                <a:stretch>
                  <a:fillRect l="-523" t="-1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F3CA04-DF7C-2716-56F9-92F1D83E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28</a:t>
            </a:fld>
            <a:endParaRPr lang="it-IT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863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6580-5B0A-6F0E-398E-66D1872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B0F2A-9814-1676-CC4F-46ED34FA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- Risultati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370CAA-A12F-9E3E-BAA4-9C7A6BA7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29</a:t>
            </a:fld>
            <a:endParaRPr lang="it-IT" sz="1800">
              <a:solidFill>
                <a:schemeClr val="tx1"/>
              </a:solidFill>
            </a:endParaRPr>
          </a:p>
        </p:txBody>
      </p:sp>
      <p:pic>
        <p:nvPicPr>
          <p:cNvPr id="7" name="Segnaposto contenuto 6" descr="Immagine che contiene testo, linea, Diagramma, calligrafia&#10;&#10;Il contenuto generato dall'IA potrebbe non essere corretto.">
            <a:extLst>
              <a:ext uri="{FF2B5EF4-FFF2-40B4-BE49-F238E27FC236}">
                <a16:creationId xmlns:a16="http://schemas.microsoft.com/office/drawing/2014/main" id="{1BA8395B-2F2C-9BB2-1394-72A499C20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23" y="1775012"/>
            <a:ext cx="11228761" cy="4397188"/>
          </a:xfrm>
        </p:spPr>
      </p:pic>
    </p:spTree>
    <p:extLst>
      <p:ext uri="{BB962C8B-B14F-4D97-AF65-F5344CB8AC3E}">
        <p14:creationId xmlns:p14="http://schemas.microsoft.com/office/powerpoint/2010/main" val="3227415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332BA-ABC0-4D93-F36D-7464CC2E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6A5335-EDFD-11C8-510B-456A6C79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Modello – Modello GARCH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413195-BD0F-63E2-48BE-C11DAE9B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30</a:t>
            </a:fld>
            <a:endParaRPr lang="it-IT" sz="1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FBD6F8CB-729B-3455-75A1-1E30EDA629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0"/>
                <a:ext cx="9601200" cy="4766400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Correlazione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di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Pearson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65.84% | 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value</m:t>
                    </m:r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7.65 ∙ </m:t>
                    </m:r>
                    <m:sSup>
                      <m:s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−62</m:t>
                        </m:r>
                      </m:sup>
                    </m:sSup>
                  </m:oMath>
                </a14:m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>
                    <a:solidFill>
                      <a:schemeClr val="tx1"/>
                    </a:solidFill>
                  </a:rPr>
                  <a:t>Interpretazione Economica: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Sincronizzazione Elevata: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Le due serie condividono quasi i 2/3 della loro dinamica complessiva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Significatività Statistica Estrema:</a:t>
                </a:r>
              </a:p>
              <a:p>
                <a:pPr lvl="2"/>
                <a:r>
                  <a:rPr lang="it-IT">
                    <a:solidFill>
                      <a:schemeClr val="tx1"/>
                    </a:solidFill>
                  </a:rPr>
                  <a:t>Il p-</a:t>
                </a:r>
                <a:r>
                  <a:rPr lang="it-IT" err="1">
                    <a:solidFill>
                      <a:schemeClr val="tx1"/>
                    </a:solidFill>
                  </a:rPr>
                  <a:t>value</a:t>
                </a:r>
                <a:r>
                  <a:rPr lang="it-IT">
                    <a:solidFill>
                      <a:schemeClr val="tx1"/>
                    </a:solidFill>
                  </a:rPr>
                  <a:t> prossimo allo zero respinge categoricamente l’ipotesi di indipendenza stocastica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La volatilità realizzata ed il VIX rispondono in modo coerente ai medesimi fattori macroeconomici di fondo.</a:t>
                </a:r>
              </a:p>
              <a:p>
                <a:r>
                  <a:rPr lang="it-IT">
                    <a:solidFill>
                      <a:schemeClr val="tx1"/>
                    </a:solidFill>
                  </a:rPr>
                  <a:t>Sinergia multi-input:</a:t>
                </a:r>
              </a:p>
              <a:p>
                <a:pPr lvl="1"/>
                <a:r>
                  <a:rPr lang="it-IT">
                    <a:solidFill>
                      <a:schemeClr val="tx1"/>
                    </a:solidFill>
                  </a:rPr>
                  <a:t>La rete </a:t>
                </a:r>
                <a:r>
                  <a:rPr lang="it-IT" b="1">
                    <a:solidFill>
                      <a:schemeClr val="tx1"/>
                    </a:solidFill>
                  </a:rPr>
                  <a:t>LSTM Multi-Input,</a:t>
                </a:r>
                <a:r>
                  <a:rPr lang="it-IT">
                    <a:solidFill>
                      <a:schemeClr val="tx1"/>
                    </a:solidFill>
                  </a:rPr>
                  <a:t> elaborando contemporaneamente entrambi i canali, è posizionata nel punto ottimale per sfruttare questa complementarietà, colmando i vuoti informativi del GARCH proprio nei momenti di forte stress emotivo del mercato.</a:t>
                </a:r>
              </a:p>
              <a:p>
                <a:pPr lvl="1"/>
                <a:endParaRPr lang="it-IT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FBD6F8CB-729B-3455-75A1-1E30EDA62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0"/>
                <a:ext cx="9601200" cy="4766400"/>
              </a:xfrm>
              <a:blipFill>
                <a:blip r:embed="rId2"/>
                <a:stretch>
                  <a:fillRect l="-571" t="-895" r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197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BB2E-1F3E-A526-0F10-D02841F8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34CF21-34E3-69F7-504C-0B4591554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it-IT" b="1"/>
              <a:t>Roadmap</a:t>
            </a:r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28EC8EB5-6D92-BAFC-AFEC-F32473C02908}"/>
              </a:ext>
            </a:extLst>
          </p:cNvPr>
          <p:cNvGrpSpPr/>
          <p:nvPr/>
        </p:nvGrpSpPr>
        <p:grpSpPr>
          <a:xfrm>
            <a:off x="1930843" y="1943814"/>
            <a:ext cx="8909674" cy="2693373"/>
            <a:chOff x="2181163" y="1943814"/>
            <a:chExt cx="8909674" cy="2693373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8B795EC1-D64F-0B48-2C6C-F524FEF93DB2}"/>
                </a:ext>
              </a:extLst>
            </p:cNvPr>
            <p:cNvGrpSpPr/>
            <p:nvPr/>
          </p:nvGrpSpPr>
          <p:grpSpPr>
            <a:xfrm>
              <a:off x="2181163" y="1943814"/>
              <a:ext cx="2160000" cy="2693373"/>
              <a:chOff x="1390843" y="2196264"/>
              <a:chExt cx="2160000" cy="2693373"/>
            </a:xfrm>
          </p:grpSpPr>
          <p:sp>
            <p:nvSpPr>
              <p:cNvPr id="5" name="Ovale 4">
                <a:extLst>
                  <a:ext uri="{FF2B5EF4-FFF2-40B4-BE49-F238E27FC236}">
                    <a16:creationId xmlns:a16="http://schemas.microsoft.com/office/drawing/2014/main" id="{B21693D6-7B25-CA1D-B5E7-CE21AFB30A78}"/>
                  </a:ext>
                </a:extLst>
              </p:cNvPr>
              <p:cNvSpPr/>
              <p:nvPr/>
            </p:nvSpPr>
            <p:spPr>
              <a:xfrm>
                <a:off x="1390843" y="2196264"/>
                <a:ext cx="2160000" cy="216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741786B4-ADF2-482A-4AD9-316DFB09C33B}"/>
                  </a:ext>
                </a:extLst>
              </p:cNvPr>
              <p:cNvSpPr txBox="1"/>
              <p:nvPr/>
            </p:nvSpPr>
            <p:spPr>
              <a:xfrm>
                <a:off x="1494097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INTRODUZIONE</a:t>
                </a:r>
              </a:p>
            </p:txBody>
          </p:sp>
        </p:grpSp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FA7DFD15-385E-4DBF-3AEC-B3EA3E3EADAF}"/>
                </a:ext>
              </a:extLst>
            </p:cNvPr>
            <p:cNvGrpSpPr/>
            <p:nvPr/>
          </p:nvGrpSpPr>
          <p:grpSpPr>
            <a:xfrm>
              <a:off x="5555999" y="1943814"/>
              <a:ext cx="2160000" cy="2693373"/>
              <a:chOff x="4225680" y="2196264"/>
              <a:chExt cx="2160000" cy="2693373"/>
            </a:xfrm>
          </p:grpSpPr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707B2C29-E03C-AE32-E3EB-FC7590E5D9EA}"/>
                  </a:ext>
                </a:extLst>
              </p:cNvPr>
              <p:cNvSpPr txBox="1"/>
              <p:nvPr/>
            </p:nvSpPr>
            <p:spPr>
              <a:xfrm>
                <a:off x="4328934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MODELLI</a:t>
                </a:r>
              </a:p>
            </p:txBody>
          </p:sp>
          <p:sp>
            <p:nvSpPr>
              <p:cNvPr id="18" name="Ovale 17">
                <a:extLst>
                  <a:ext uri="{FF2B5EF4-FFF2-40B4-BE49-F238E27FC236}">
                    <a16:creationId xmlns:a16="http://schemas.microsoft.com/office/drawing/2014/main" id="{713C4C0F-5833-4487-8A68-B16072624BF6}"/>
                  </a:ext>
                </a:extLst>
              </p:cNvPr>
              <p:cNvSpPr/>
              <p:nvPr/>
            </p:nvSpPr>
            <p:spPr>
              <a:xfrm>
                <a:off x="4225680" y="2196264"/>
                <a:ext cx="2160000" cy="216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2EF0727C-75AE-863C-AC51-D29160C517E6}"/>
                </a:ext>
              </a:extLst>
            </p:cNvPr>
            <p:cNvGrpSpPr/>
            <p:nvPr/>
          </p:nvGrpSpPr>
          <p:grpSpPr>
            <a:xfrm>
              <a:off x="8930837" y="1943814"/>
              <a:ext cx="2160000" cy="2693373"/>
              <a:chOff x="7060517" y="2196264"/>
              <a:chExt cx="2160000" cy="2693373"/>
            </a:xfrm>
          </p:grpSpPr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4B72C330-4367-8E20-C6BE-CD24A3DC502C}"/>
                  </a:ext>
                </a:extLst>
              </p:cNvPr>
              <p:cNvSpPr txBox="1"/>
              <p:nvPr/>
            </p:nvSpPr>
            <p:spPr>
              <a:xfrm>
                <a:off x="7163771" y="4520305"/>
                <a:ext cx="1953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/>
                  <a:t>CONCLUSIONI</a:t>
                </a:r>
              </a:p>
            </p:txBody>
          </p:sp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36FF7C4C-6192-173D-AAEF-5A04FF252E9C}"/>
                  </a:ext>
                </a:extLst>
              </p:cNvPr>
              <p:cNvSpPr/>
              <p:nvPr/>
            </p:nvSpPr>
            <p:spPr>
              <a:xfrm>
                <a:off x="7060517" y="2196264"/>
                <a:ext cx="2160000" cy="2160000"/>
              </a:xfrm>
              <a:prstGeom prst="ellipse">
                <a:avLst/>
              </a:prstGeom>
              <a:solidFill>
                <a:srgbClr val="008E44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pic>
        <p:nvPicPr>
          <p:cNvPr id="4" name="Immagine 3" descr="Immagine che contiene schermata, simbol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DECB1334-3F76-B8E8-4355-AEE0AC28E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842" y="2303814"/>
            <a:ext cx="1440000" cy="1440000"/>
          </a:xfrm>
          <a:prstGeom prst="rect">
            <a:avLst/>
          </a:prstGeom>
        </p:spPr>
      </p:pic>
      <p:pic>
        <p:nvPicPr>
          <p:cNvPr id="8" name="Immagine 7" descr="Immagine che contiene Elementi grafici, grafica, cerchio, clipart&#10;&#10;Il contenuto generato dall'IA potrebbe non essere corretto.">
            <a:extLst>
              <a:ext uri="{FF2B5EF4-FFF2-40B4-BE49-F238E27FC236}">
                <a16:creationId xmlns:a16="http://schemas.microsoft.com/office/drawing/2014/main" id="{D1D75106-56B6-B9AF-A21F-3B2810984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678" y="2303814"/>
            <a:ext cx="1440000" cy="1440000"/>
          </a:xfrm>
          <a:prstGeom prst="rect">
            <a:avLst/>
          </a:prstGeom>
        </p:spPr>
      </p:pic>
      <p:pic>
        <p:nvPicPr>
          <p:cNvPr id="13" name="Immagine 12" descr="Immagine che contiene schermata, Elementi grafici, clipart, grafica&#10;&#10;Il contenuto generato dall'IA potrebbe non essere corretto.">
            <a:extLst>
              <a:ext uri="{FF2B5EF4-FFF2-40B4-BE49-F238E27FC236}">
                <a16:creationId xmlns:a16="http://schemas.microsoft.com/office/drawing/2014/main" id="{7B8B9DD8-C3FD-FFF0-6ED8-5FF26E6F8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34" y="2216875"/>
            <a:ext cx="1440000" cy="1440000"/>
          </a:xfrm>
          <a:prstGeom prst="rect">
            <a:avLst/>
          </a:prstGeom>
        </p:spPr>
      </p:pic>
      <p:pic>
        <p:nvPicPr>
          <p:cNvPr id="3" name="Immagine 2" descr="Immagine che contiene Carattere, Elementi grafici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8A511C7F-33AE-44B5-8FE8-0817D2C97A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843" y="3429000"/>
            <a:ext cx="1080000" cy="1080000"/>
          </a:xfrm>
          <a:prstGeom prst="rect">
            <a:avLst/>
          </a:prstGeom>
        </p:spPr>
      </p:pic>
      <p:pic>
        <p:nvPicPr>
          <p:cNvPr id="6" name="Immagine 5" descr="Immagine che contiene Carattere, Elementi grafici, logo, simbolo&#10;&#10;Il contenuto generato dall'IA potrebbe non essere corretto.">
            <a:extLst>
              <a:ext uri="{FF2B5EF4-FFF2-40B4-BE49-F238E27FC236}">
                <a16:creationId xmlns:a16="http://schemas.microsoft.com/office/drawing/2014/main" id="{69DBBC80-D8AC-EBCE-AD58-934A3E261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680" y="3429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60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86DC-A440-FC83-6211-CAB8977A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6C20E3-E04A-68D7-F9D3-CD20A926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0000"/>
          </a:xfrm>
        </p:spPr>
        <p:txBody>
          <a:bodyPr/>
          <a:lstStyle/>
          <a:p>
            <a:r>
              <a:rPr lang="it-IT" b="1"/>
              <a:t>Conclusioni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3C2DF1-F000-D005-5FD9-1FD100D9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08" y="6453386"/>
            <a:ext cx="1596292" cy="404614"/>
          </a:xfrm>
        </p:spPr>
        <p:txBody>
          <a:bodyPr/>
          <a:lstStyle/>
          <a:p>
            <a:fld id="{D87D1DC9-3B65-4EB2-AAA2-4BCA5EE1B4AB}" type="slidenum">
              <a:rPr lang="it-IT" sz="1800" smtClean="0">
                <a:solidFill>
                  <a:schemeClr val="tx1"/>
                </a:solidFill>
              </a:rPr>
              <a:t>32</a:t>
            </a:fld>
            <a:endParaRPr lang="it-IT" sz="1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AAADFB47-8BE0-C303-3CB0-657D6338E5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05800"/>
                <a:ext cx="9601200" cy="4766400"/>
              </a:xfrm>
            </p:spPr>
            <p:txBody>
              <a:bodyPr>
                <a:normAutofit/>
              </a:bodyPr>
              <a:lstStyle/>
              <a:p>
                <a:r>
                  <a:rPr lang="it-IT" b="1">
                    <a:solidFill>
                      <a:schemeClr val="tx1"/>
                    </a:solidFill>
                  </a:rPr>
                  <a:t>Percorso e Svolta Metodologica</a:t>
                </a:r>
              </a:p>
              <a:p>
                <a:pPr lvl="1"/>
                <a:r>
                  <a:rPr lang="it-IT" b="1">
                    <a:solidFill>
                      <a:schemeClr val="tx1"/>
                    </a:solidFill>
                  </a:rPr>
                  <a:t>Punto di Partenza (Singolo Asset):</a:t>
                </a:r>
                <a:r>
                  <a:rPr lang="it-IT">
                    <a:solidFill>
                      <a:schemeClr val="tx1"/>
                    </a:solidFill>
                  </a:rPr>
                  <a:t> Il modello LSTM si scontra con l'Ipotesi di Efficienza dei Mercati (EMH)</a:t>
                </a:r>
              </a:p>
              <a:p>
                <a:pPr lvl="1"/>
                <a:r>
                  <a:rPr lang="it-IT" b="1">
                    <a:solidFill>
                      <a:schemeClr val="tx1"/>
                    </a:solidFill>
                  </a:rPr>
                  <a:t>Il Pivot Strategico:</a:t>
                </a:r>
                <a:r>
                  <a:rPr lang="it-IT">
                    <a:solidFill>
                      <a:schemeClr val="tx1"/>
                    </a:solidFill>
                  </a:rPr>
                  <a:t> Passaggio dai singoli titoli al benchmark </a:t>
                </a:r>
                <a:r>
                  <a:rPr lang="it-IT" b="1">
                    <a:solidFill>
                      <a:schemeClr val="tx1"/>
                    </a:solidFill>
                  </a:rPr>
                  <a:t>SXR8.DE (S&amp;P 500)</a:t>
                </a:r>
                <a:r>
                  <a:rPr lang="it-IT">
                    <a:solidFill>
                      <a:schemeClr val="tx1"/>
                    </a:solidFill>
                  </a:rPr>
                  <a:t> + integrazione dell'esogena </a:t>
                </a:r>
                <a:r>
                  <a:rPr lang="it-IT" b="1">
                    <a:solidFill>
                      <a:schemeClr val="tx1"/>
                    </a:solidFill>
                  </a:rPr>
                  <a:t>VIX</a:t>
                </a:r>
                <a:endParaRPr lang="it-IT">
                  <a:solidFill>
                    <a:schemeClr val="tx1"/>
                  </a:solidFill>
                </a:endParaRPr>
              </a:p>
              <a:p>
                <a:r>
                  <a:rPr lang="it-IT" b="1">
                    <a:solidFill>
                      <a:schemeClr val="tx1"/>
                    </a:solidFill>
                  </a:rPr>
                  <a:t>EVIDENZE SCIENTIFICHE (SXR8.DE + VIX):</a:t>
                </a:r>
              </a:p>
              <a:p>
                <a:pPr lvl="1"/>
                <a:r>
                  <a:rPr lang="it-IT" b="1">
                    <a:solidFill>
                      <a:schemeClr val="tx1"/>
                    </a:solidFill>
                  </a:rPr>
                  <a:t>Capacità Spiegativa </a:t>
                </a:r>
                <a:r>
                  <a:rPr lang="it-IT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=10.92%</m:t>
                    </m:r>
                  </m:oMath>
                </a14:m>
                <a:r>
                  <a:rPr lang="it-IT">
                    <a:solidFill>
                      <a:schemeClr val="tx1"/>
                    </a:solidFill>
                  </a:rPr>
                  <a:t>): Statisticamente significativo su serie finanziarie rumorose.</a:t>
                </a:r>
              </a:p>
              <a:p>
                <a:pPr lvl="1"/>
                <a:r>
                  <a:rPr lang="it-IT" b="1">
                    <a:solidFill>
                      <a:schemeClr val="tx1"/>
                    </a:solidFill>
                  </a:rPr>
                  <a:t>Cross-Correlazione</a:t>
                </a:r>
                <a:r>
                  <a:rPr lang="it-IT">
                    <a:solidFill>
                      <a:schemeClr val="tx1"/>
                    </a:solidFill>
                  </a:rPr>
                  <a:t> (Picco al Lag +4): La rete modella con successo la persistenza e la durata dello shock settimanale.</a:t>
                </a:r>
                <a:endParaRPr lang="it-IT" b="1">
                  <a:solidFill>
                    <a:schemeClr val="tx1"/>
                  </a:solidFill>
                </a:endParaRPr>
              </a:p>
              <a:p>
                <a:pPr lvl="1"/>
                <a:r>
                  <a:rPr lang="it-IT" b="1">
                    <a:solidFill>
                      <a:schemeClr val="tx1"/>
                    </a:solidFill>
                  </a:rPr>
                  <a:t>Superamento del modello GARCH(1,1)</a:t>
                </a:r>
                <a:r>
                  <a:rPr lang="it-IT">
                    <a:solidFill>
                      <a:schemeClr val="tx1"/>
                    </a:solidFill>
                  </a:rPr>
                  <a:t>: La LSTM combina memoria storica del GARCH (65.84% di allineamento col VIX) con le aspettative </a:t>
                </a:r>
                <a:r>
                  <a:rPr lang="it-IT" err="1">
                    <a:solidFill>
                      <a:schemeClr val="tx1"/>
                    </a:solidFill>
                  </a:rPr>
                  <a:t>forward-looking</a:t>
                </a:r>
                <a:r>
                  <a:rPr lang="it-IT">
                    <a:solidFill>
                      <a:schemeClr val="tx1"/>
                    </a:solidFill>
                  </a:rPr>
                  <a:t> del mercato.</a:t>
                </a:r>
              </a:p>
              <a:p>
                <a:pPr lvl="1"/>
                <a:endParaRPr lang="it-IT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AAADFB47-8BE0-C303-3CB0-657D6338E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05800"/>
                <a:ext cx="9601200" cy="4766400"/>
              </a:xfrm>
              <a:blipFill>
                <a:blip r:embed="rId2"/>
                <a:stretch>
                  <a:fillRect l="-571" t="-1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056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067A-5934-84D6-AF53-F269FBE3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76552F-0078-8B2B-B31F-6BF79818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458" y="3048000"/>
            <a:ext cx="6939075" cy="762000"/>
          </a:xfrm>
        </p:spPr>
        <p:txBody>
          <a:bodyPr>
            <a:normAutofit/>
          </a:bodyPr>
          <a:lstStyle/>
          <a:p>
            <a:pPr algn="ctr"/>
            <a:r>
              <a:rPr lang="it-IT" sz="4800"/>
              <a:t>Grazie per l’Attenzione !</a:t>
            </a:r>
          </a:p>
        </p:txBody>
      </p:sp>
      <p:pic>
        <p:nvPicPr>
          <p:cNvPr id="6" name="Immagine 5" descr="Immagine che contiene testo, Carattere, log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63BF2583-AC6D-3F21-300C-6949567EA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35" y="1961557"/>
            <a:ext cx="4029717" cy="1086443"/>
          </a:xfrm>
          <a:prstGeom prst="rect">
            <a:avLst/>
          </a:prstGeom>
        </p:spPr>
      </p:pic>
      <p:sp>
        <p:nvSpPr>
          <p:cNvPr id="8" name="Sottotitolo 2">
            <a:extLst>
              <a:ext uri="{FF2B5EF4-FFF2-40B4-BE49-F238E27FC236}">
                <a16:creationId xmlns:a16="http://schemas.microsoft.com/office/drawing/2014/main" id="{96A14DFA-BD9C-FA20-11EB-5B8409326C02}"/>
              </a:ext>
            </a:extLst>
          </p:cNvPr>
          <p:cNvSpPr txBox="1">
            <a:spLocks/>
          </p:cNvSpPr>
          <p:nvPr/>
        </p:nvSpPr>
        <p:spPr>
          <a:xfrm>
            <a:off x="1951977" y="3810000"/>
            <a:ext cx="8288035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it-IT" sz="20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Simone Ercole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it-IT" sz="20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Federico Pepe </a:t>
            </a:r>
          </a:p>
        </p:txBody>
      </p:sp>
    </p:spTree>
    <p:extLst>
      <p:ext uri="{BB962C8B-B14F-4D97-AF65-F5344CB8AC3E}">
        <p14:creationId xmlns:p14="http://schemas.microsoft.com/office/powerpoint/2010/main" val="2368488114"/>
      </p:ext>
    </p:extLst>
  </p:cSld>
  <p:clrMapOvr>
    <a:masterClrMapping/>
  </p:clrMapOvr>
</p:sld>
</file>

<file path=ppt/theme/theme1.xml><?xml version="1.0" encoding="utf-8"?>
<a:theme xmlns:a="http://schemas.openxmlformats.org/drawingml/2006/main" name="Ritaglio">
  <a:themeElements>
    <a:clrScheme name="prova">
      <a:dk1>
        <a:sysClr val="windowText" lastClr="000000"/>
      </a:dk1>
      <a:lt1>
        <a:sysClr val="window" lastClr="FFFFFF"/>
      </a:lt1>
      <a:dk2>
        <a:srgbClr val="008E44"/>
      </a:dk2>
      <a:lt2>
        <a:srgbClr val="F2F2F2"/>
      </a:lt2>
      <a:accent1>
        <a:srgbClr val="008E44"/>
      </a:accent1>
      <a:accent2>
        <a:srgbClr val="3A554B"/>
      </a:accent2>
      <a:accent3>
        <a:srgbClr val="787878"/>
      </a:accent3>
      <a:accent4>
        <a:srgbClr val="A0BEAF"/>
      </a:accent4>
      <a:accent5>
        <a:srgbClr val="1E1E1E"/>
      </a:accent5>
      <a:accent6>
        <a:srgbClr val="C8DCD2"/>
      </a:accent6>
      <a:hlink>
        <a:srgbClr val="6B9F25"/>
      </a:hlink>
      <a:folHlink>
        <a:srgbClr val="BA6906"/>
      </a:folHlink>
    </a:clrScheme>
    <a:fontScheme name="Ritaglio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itagl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TM10001105[[fn=Ritaglio]]</Template>
  <Application>Microsoft Office PowerPoint</Application>
  <PresentationFormat>Widescreen</PresentationFormat>
  <Slides>33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Ritaglio</vt:lpstr>
      <vt:lpstr>PROGETTO – Metodi Probabilistici E STATISTICI PER MERCATI FINANZIATI </vt:lpstr>
      <vt:lpstr>Roadmap</vt:lpstr>
      <vt:lpstr>Introduzione</vt:lpstr>
      <vt:lpstr>Introduzione - Metodologia</vt:lpstr>
      <vt:lpstr>Introduzione - Modello ML (LSTM)</vt:lpstr>
      <vt:lpstr>Roadmap</vt:lpstr>
      <vt:lpstr>Modello – 1°Esperimento</vt:lpstr>
      <vt:lpstr>Modello - Risultati</vt:lpstr>
      <vt:lpstr>Modello – Considerazioni</vt:lpstr>
      <vt:lpstr>Modello – Test Ljung-Box</vt:lpstr>
      <vt:lpstr>Modello – 2°Esperimento</vt:lpstr>
      <vt:lpstr>Modello - Risultati</vt:lpstr>
      <vt:lpstr>Modello – Considerazioni</vt:lpstr>
      <vt:lpstr>Modello – Test Ljung-Box</vt:lpstr>
      <vt:lpstr>Modello – 3°Esperimento</vt:lpstr>
      <vt:lpstr>Modello - Risultati</vt:lpstr>
      <vt:lpstr>Modello – Considerazioni</vt:lpstr>
      <vt:lpstr>Modello – Test Ljung-Box</vt:lpstr>
      <vt:lpstr>Considerazioni</vt:lpstr>
      <vt:lpstr>Modello – 4°Esperimento</vt:lpstr>
      <vt:lpstr>Modello - Risultati</vt:lpstr>
      <vt:lpstr>Modello – Considerazioni</vt:lpstr>
      <vt:lpstr>Modello – ACF e PACF</vt:lpstr>
      <vt:lpstr>Modello – ACF e PACF</vt:lpstr>
      <vt:lpstr>Modello – Test Ljung-Box</vt:lpstr>
      <vt:lpstr>Modello – Cross - Correlazione</vt:lpstr>
      <vt:lpstr>Modello – Cross - Correlazione</vt:lpstr>
      <vt:lpstr>Modello – Modello GARCH</vt:lpstr>
      <vt:lpstr>Modello - Risultati</vt:lpstr>
      <vt:lpstr>Modello – Modello GARCH</vt:lpstr>
      <vt:lpstr>Roadmap</vt:lpstr>
      <vt:lpstr>Conclusioni</vt:lpstr>
      <vt:lpstr>Grazie per l’Attenzione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Pepe</dc:creator>
  <cp:revision>1</cp:revision>
  <dcterms:created xsi:type="dcterms:W3CDTF">2025-09-10T06:56:12Z</dcterms:created>
  <dcterms:modified xsi:type="dcterms:W3CDTF">2026-07-22T13:08:06Z</dcterms:modified>
</cp:coreProperties>
</file>